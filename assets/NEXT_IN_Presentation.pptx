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3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Source Sans 3 Bold" panose="020B0604020202020204" charset="0"/>
      <p:regular r:id="rId9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scope is matrix multiplication C = A x B, targeting edge AI workloads. Gesture recognition is an application integration, not a measured current-board performance result.</a:t>
            </a:r>
          </a:p>
          <a:p>
            <a:endParaRPr/>
          </a:p>
          <a:p>
            <a:r>
              <a:t>Evidence inspected on October 6, 2026:</a:t>
            </a:r>
          </a:p>
          <a:p>
            <a:r>
              <a:t>C:\Users\adars\OneDrive\Desktop\adaptive_systolic_array_docs\PYNQ-z2\src\accel_dual_engine_top.sv</a:t>
            </a:r>
          </a:p>
          <a:p>
            <a:r>
              <a:t>C:\Users\adars\OneDrive\Desktop\adaptive_systolic_array_docs\PYNQ-z2\PRD.md</a:t>
            </a:r>
          </a:p>
          <a:p>
            <a:r>
              <a:t>C:\Users\adars\OneDrive\Desktop\adaptive_systolic_array_docs\PYNQ-z2\pynq\adaptive_gemm.py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current integrated top defaults to DSP_PE_LIMIT_0=110 and DSP_PE_LIMIT_1=110 and ACC_WIDTH=20. Each 16x16 engine has 256 physical MACs, of which 110 are DSP and 146 are LUT-based. 512 x 100 MHz = 51.2 GMAC/s is an ideal fully utilized arithmetic ceiling, not tile latency, sustained throughput or CPU speedup. The two colored grids are editable schematic PE allocations, not a physical placement map.</a:t>
            </a:r>
          </a:p>
          <a:p>
            <a:endParaRPr/>
          </a:p>
          <a:p>
            <a:r>
              <a:t>Evidence inspected on October 6, 2026:</a:t>
            </a:r>
          </a:p>
          <a:p>
            <a:r>
              <a:t>C:\Users\adars\OneDrive\Desktop\adaptive_systolic_array_docs\PYNQ-z2\src\accel_dual_engine_top.sv</a:t>
            </a:r>
          </a:p>
          <a:p>
            <a:r>
              <a:t>C:\Users\adars\OneDrive\Desktop\adaptive_systolic_array_docs\PYNQ-z2\src\accel_dual_tile_core.sv</a:t>
            </a:r>
          </a:p>
          <a:p>
            <a:r>
              <a:t>C:\Users\adars\OneDrive\Desktop\adaptive_systolic_array_docs\PYNQ-z2\src\pe_mac.sv</a:t>
            </a:r>
          </a:p>
          <a:p>
            <a:r>
              <a:t>C:\Users\adars\OneDrive\Desktop\adaptive_systolic_array_docs\PYNQ-z2\board_implementation\vivado\block_design.tcl</a:t>
            </a:r>
          </a:p>
          <a:p>
            <a:r>
              <a:t>C:\Users\adars\OneDrive\Desktop\adaptive_systolic_array_docs\PYNQ-z2\pynq\adaptive_gemm.py</a:t>
            </a:r>
          </a:p>
          <a:p>
            <a:r>
              <a:t>C:\Users\adars\OneDrive\Desktop\adaptive_systolic_array_docs\PYNQ-z2\results\power_optimization\dsp110_100_direct\timing_routed.rpt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Novelty here means the project implementation choices; no first-in-literature claim is made. The 12.1% reduction is (36,278 - 31,899) / 36,278, rounded to one decimal, comparing accelerator-only synthesized baseline and updated 110/110 configurations. Full-board routed numbers have a different scope and are not mixed into this percentage. Tile feeder uses eight RAMB36E1 primitives with no tile LUT RAM; result buffers use 32 RAMB18E1 primitives. Full-board total is 26 BRAM36 equivalents, including IP. Slice occupancy remains an unmet optimization objective.</a:t>
            </a:r>
          </a:p>
          <a:p>
            <a:endParaRPr/>
          </a:p>
          <a:p>
            <a:r>
              <a:t>Evidence inspected on October 6, 2026:</a:t>
            </a:r>
          </a:p>
          <a:p>
            <a:r>
              <a:t>C:\Users\adars\OneDrive\Desktop\adaptive_systolic_array_docs\PYNQ-z2\results\power_optimization\README.md</a:t>
            </a:r>
          </a:p>
          <a:p>
            <a:r>
              <a:t>C:\Users\adars\OneDrive\Desktop\adaptive_systolic_array_docs\PYNQ-z2\results\power_optimization\screen110\ooc\utilization_synth.rpt</a:t>
            </a:r>
          </a:p>
          <a:p>
            <a:r>
              <a:t>C:\Users\adars\OneDrive\Desktop\adaptive_systolic_array_docs\PYNQ-z2\results\power_optimization\baseline</a:t>
            </a:r>
          </a:p>
          <a:p>
            <a:r>
              <a:t>C:\Users\adars\OneDrive\Desktop\adaptive_systolic_array_docs\PYNQ-z2\results\power_optimization\dsp110_100_direct\utilization_routed.rpt</a:t>
            </a:r>
          </a:p>
          <a:p>
            <a:r>
              <a:t>C:\Users\adars\OneDrive\Desktop\adaptive_systolic_array_docs\PYNQ-z2\src\unified_bram_feeder.sv</a:t>
            </a:r>
          </a:p>
          <a:p>
            <a:r>
              <a:t>C:\Users\adars\OneDrive\Desktop\adaptive_systolic_array_docs\PYNQ-z2\src\c_buf.sv</a:t>
            </a:r>
          </a:p>
          <a:p>
            <a:r>
              <a:t>C:\Users\adars\OneDrive\Desktop\adaptive_systolic_array_docs\PYNQ-z2\src\axis_out_dual_adapter.sv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Reports and logs were inspected; this presentation task did not rerun RTL or Vivado. Ten functional bench logs record PASS. tb_power_regression.txt reports 38 completed jobs and 20,239 checked words at DSP_LIMIT=110; the checked words include partial output before aborted/reset jobs. Driver metrics use a software test double, not board execution. The current dsp110_100_direct reports show complete routing and timing closure, with warnings but no critical DRCs. Vectorless dynamic power 2.428 W minus PS7 1.531 W gives a scoped 0.897 W PL estimate, excluding device static power; it does not prove the sustained &lt;=1 W workload target. The activity manifest is smoke_only and no current-source qualified release bitstream or physical rail measurement is claimed.</a:t>
            </a:r>
          </a:p>
          <a:p>
            <a:endParaRPr/>
          </a:p>
          <a:p>
            <a:r>
              <a:t>Evidence inspected on October 6, 2026:</a:t>
            </a:r>
          </a:p>
          <a:p>
            <a:r>
              <a:t>C:\Users\adars\OneDrive\Desktop\adaptive_systolic_array_docs\PYNQ-z2\results\power_optimization\regression\tb_power_regression.txt</a:t>
            </a:r>
          </a:p>
          <a:p>
            <a:r>
              <a:t>C:\Users\adars\OneDrive\Desktop\adaptive_systolic_array_docs\PYNQ-z2\results\power_optimization\regression\driver.txt</a:t>
            </a:r>
          </a:p>
          <a:p>
            <a:r>
              <a:t>C:\Users\adars\OneDrive\Desktop\adaptive_systolic_array_docs\PYNQ-z2\results\power_optimization\README.md</a:t>
            </a:r>
          </a:p>
          <a:p>
            <a:r>
              <a:t>C:\Users\adars\OneDrive\Desktop\adaptive_systolic_array_docs\PYNQ-z2\results\power_optimization\dsp110_100_direct\timing_routed.rpt</a:t>
            </a:r>
          </a:p>
          <a:p>
            <a:r>
              <a:t>C:\Users\adars\OneDrive\Desktop\adaptive_systolic_array_docs\PYNQ-z2\results\power_optimization\dsp110_100_direct\route_status.rpt</a:t>
            </a:r>
          </a:p>
          <a:p>
            <a:r>
              <a:t>C:\Users\adars\OneDrive\Desktop\adaptive_systolic_array_docs\PYNQ-z2\results\power_optimization\dsp110_100_direct\drc.rpt</a:t>
            </a:r>
          </a:p>
          <a:p>
            <a:r>
              <a:t>C:\Users\adars\OneDrive\Desktop\adaptive_systolic_array_docs\PYNQ-z2\results\power_optimization\dsp110_100_direct\power_vectorless.rpt</a:t>
            </a:r>
          </a:p>
          <a:p>
            <a:r>
              <a:t>C:\Users\adars\OneDrive\Desktop\adaptive_systolic_array_docs\PYNQ-z2\results\power_optimization\dsp110_100_direct\activity_manifest.json</a:t>
            </a:r>
          </a:p>
          <a:p>
            <a:r>
              <a:t>C:\Users\adars\OneDrive\Desktop\adaptive_systolic_array_docs\PYNQ-z2\webpage\README.md</a:t>
            </a:r>
          </a:p>
          <a:p>
            <a:r>
              <a:t>C:\Users\adars\OneDrive\Desktop\adaptive_systolic_array_docs\PYNQ-z2\pynq\pynq_gesture_server.py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team name NEXT IN was supplied by the user during this task. Member names and institution are deliberately editable blanks. Track and problem-statement labels come from the existing project technical report, not from an independently verified event website. The project status uses October 6 reports rather than the report's older hardware-readiness claims.</a:t>
            </a:r>
          </a:p>
          <a:p>
            <a:endParaRPr/>
          </a:p>
          <a:p>
            <a:r>
              <a:t>Evidence inspected on October 6, 2026:</a:t>
            </a:r>
          </a:p>
          <a:p>
            <a:r>
              <a:t>C:\Users\adars\OneDrive\Desktop\adaptive_systolic_array_docs\Edge_AI_Hackathon_2026_Technical_Report.pdf</a:t>
            </a:r>
          </a:p>
          <a:p>
            <a:r>
              <a:t>C:\Users\adars\OneDrive\Desktop\adaptive_systolic_array_docs\PYNQ-z2\results\power_optimization\README.md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868BE-E5B4-4AE4-9608-406F4B7B5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B292D0-3EB6-4C84-971F-5A6D73570E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5CA34-1E6E-4921-81AB-C1A6AF857A8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10/6/2026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1E2BE-B5D1-4F6B-8579-A0461AAA7A9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21434-B7A9-4E6A-9A4E-B75D02D72D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52B25-4624-4D30-BC7A-357822627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1C17D-06A7-489F-A1D4-B16FBD5D8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BB756-4E23-4E37-9B77-2CE443011F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10/6/2026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75ECD-2D37-4E05-BE9E-AE961DA1EF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3A07D-4C2A-46A1-9A88-DCE82FE821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A32BB-50AF-44EC-89E3-505855A7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E6C37-BD32-4237-AC6C-DBA4731FC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5FAD0-8A80-45F7-8722-282B9F96023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10/6/2026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EF1F7-1C37-46A2-B2ED-19E58FF8CA1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36521-02DC-4D6C-A35F-5EA3173BD4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47427-72DE-436D-9477-648D2F34D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A1F32-E339-45F9-B2E9-0FFBD7A28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2F04A-615C-47E8-958D-F1F606CCF0A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6A1DE-5431-43E0-9B8A-D0E75BD4AA1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10/6/2026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3BD3A-8669-48B4-85AA-30DD64A3217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D7428-7561-4ACF-B580-BA4D6BD2E1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6C501-3D1B-406B-BC23-532293FB6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CED0D-2F54-442F-8560-2A42AEB1C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BCA9CB-4A3B-4AA0-97BD-80D7043B9D4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6DC9B-3CE0-4BFA-9763-318275C5B24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02ADA1-C371-40C3-8843-1DFE11F51ED5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8608BA-AB83-4005-82AB-1A6C5602F4B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10/6/2026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73E271-43A2-43C5-9341-EDC1947B945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4236EB-5C12-4917-9130-ABDD6F74DB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6B49E-2129-4CC1-A10F-FBB41FE92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B928B5-4319-41F8-A79E-E709749EF80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10/6/2026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DC7611-36AB-4B91-86F5-EBB076A14D8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4A0403-1A70-46C5-8159-73829CE5E7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A3FBF-4425-4508-AB8B-3F5ABC448B4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10/6/2026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77F86D-26C9-4B03-9C93-593CA4063CA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9FA3E-ECCF-4794-91B7-89AA6B139D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C9EA2-C90F-4695-BD98-A6BAB87F9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C49E4-5849-4141-BC69-25E0C19B0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D96D1A-7C2D-461A-9934-D1B5607B188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45F3B-4629-4989-9360-280D8F13E00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10/6/2026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C5B38-D1AD-4D57-9C9F-C2E4C8B2A7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FDCEC-D65C-4DE1-B62C-F3E9122FC8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9C018-DB58-4BC7-8E90-B5EF7F4AE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0C8F75-A207-40AB-ABC7-D74A865C89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685C0-AA5A-443B-919B-1A073F51863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3BF31-C964-4290-94B0-268D5536C97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10/6/2026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B3734-D32E-45B3-B63A-965D0921332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6FC665-1ADC-475B-9C3E-EEB2F60D0C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324FF-161D-4B24-8E1B-449C21792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C61CDA-DD1A-4ECE-B20F-55ACA96A0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D2FDC-BEB2-4DDB-AF61-0FA4089AA1F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10/6/2026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F895D-9BC2-4809-8F28-F627272CED0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01B8E-FB65-42D0-B6AD-3D9C4E62B0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0C70DE-4903-4B27-8054-1AEDD283E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442A42-B044-4182-A05F-035728C07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F80C-997A-4128-A6D7-87EEA360CFB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10/6/2026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F6550-E610-4767-9C1C-FF6DB719FD9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7AEC6-CD7B-42CE-8DE5-F14034432C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C6DBB-596E-491A-8F43-6964F3BD2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8F70D-C835-4A95-AC6E-187FEE2B0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E0607-774F-4751-8FBA-9B8AC0BE39A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t>10/6/2026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D77F8-0EA4-4C8C-ADBF-AC364955A5F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086E9-B84C-4D11-B215-CB7BD1082F9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8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0FFC060-5725-4319-B2F8-5C3B99DFC7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59" b="-925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CAADC31-A8CE-4436-BA99-561AC832D270}"/>
              </a:ext>
            </a:extLst>
          </p:cNvPr>
          <p:cNvSpPr>
            <a:spLocks noGrp="1"/>
          </p:cNvSpPr>
          <p:nvPr/>
        </p:nvSpPr>
        <p:spPr>
          <a:xfrm rot="-5400000">
            <a:off x="14858865" y="6857865"/>
            <a:ext cx="2924955" cy="3933314"/>
          </a:xfrm>
          <a:custGeom>
            <a:avLst/>
            <a:gdLst/>
            <a:ahLst/>
            <a:cxnLst/>
            <a:rect l="l" t="t" r="r" b="b"/>
            <a:pathLst>
              <a:path w="2924955" h="3933314">
                <a:moveTo>
                  <a:pt x="0" y="0"/>
                </a:moveTo>
                <a:lnTo>
                  <a:pt x="2924956" y="0"/>
                </a:lnTo>
                <a:lnTo>
                  <a:pt x="2924956" y="3933314"/>
                </a:lnTo>
                <a:lnTo>
                  <a:pt x="0" y="39333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3568B7F-4DFE-40CE-B58C-745D756D085B}"/>
              </a:ext>
            </a:extLst>
          </p:cNvPr>
          <p:cNvSpPr>
            <a:spLocks noGrp="1"/>
          </p:cNvSpPr>
          <p:nvPr/>
        </p:nvSpPr>
        <p:spPr>
          <a:xfrm flipH="1">
            <a:off x="0" y="0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C04D08C-D8E0-48F3-AAB4-B7BBD5D1A4F6}"/>
              </a:ext>
            </a:extLst>
          </p:cNvPr>
          <p:cNvSpPr>
            <a:spLocks noGrp="1"/>
          </p:cNvSpPr>
          <p:nvPr/>
        </p:nvSpPr>
        <p:spPr>
          <a:xfrm rot="-10800000" flipV="1">
            <a:off x="-194432" y="8824522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>
                <a:moveTo>
                  <a:pt x="0" y="2406235"/>
                </a:moveTo>
                <a:lnTo>
                  <a:pt x="2446264" y="2406235"/>
                </a:lnTo>
                <a:lnTo>
                  <a:pt x="2446264" y="0"/>
                </a:lnTo>
                <a:lnTo>
                  <a:pt x="0" y="0"/>
                </a:lnTo>
                <a:lnTo>
                  <a:pt x="0" y="240623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22B97BF-60FD-4962-BE37-42EC2BC9D015}"/>
              </a:ext>
            </a:extLst>
          </p:cNvPr>
          <p:cNvSpPr>
            <a:spLocks noGrp="1"/>
          </p:cNvSpPr>
          <p:nvPr/>
        </p:nvSpPr>
        <p:spPr>
          <a:xfrm>
            <a:off x="16121194" y="7269473"/>
            <a:ext cx="1334515" cy="1555049"/>
          </a:xfrm>
          <a:custGeom>
            <a:avLst/>
            <a:gdLst/>
            <a:ahLst/>
            <a:cxnLst/>
            <a:rect l="l" t="t" r="r" b="b"/>
            <a:pathLst>
              <a:path w="1334515" h="1555049">
                <a:moveTo>
                  <a:pt x="0" y="0"/>
                </a:moveTo>
                <a:lnTo>
                  <a:pt x="1334515" y="0"/>
                </a:lnTo>
                <a:lnTo>
                  <a:pt x="1334515" y="1555049"/>
                </a:lnTo>
                <a:lnTo>
                  <a:pt x="0" y="1555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9651D3F-A7DE-40D1-AFAF-CFE56EE0C80E}"/>
              </a:ext>
            </a:extLst>
          </p:cNvPr>
          <p:cNvSpPr>
            <a:spLocks noGrp="1"/>
          </p:cNvSpPr>
          <p:nvPr/>
        </p:nvSpPr>
        <p:spPr>
          <a:xfrm rot="-10800000">
            <a:off x="16121194" y="-906849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>
                <a:moveTo>
                  <a:pt x="0" y="0"/>
                </a:moveTo>
                <a:lnTo>
                  <a:pt x="2446265" y="0"/>
                </a:lnTo>
                <a:lnTo>
                  <a:pt x="2446265" y="2406235"/>
                </a:lnTo>
                <a:lnTo>
                  <a:pt x="0" y="24062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79F1BBA-C7C6-46E5-BED1-DC0BEB88433A}"/>
              </a:ext>
            </a:extLst>
          </p:cNvPr>
          <p:cNvSpPr>
            <a:spLocks noGrp="1"/>
          </p:cNvSpPr>
          <p:nvPr/>
        </p:nvSpPr>
        <p:spPr>
          <a:xfrm>
            <a:off x="14334435" y="182355"/>
            <a:ext cx="3953565" cy="1317031"/>
          </a:xfrm>
          <a:custGeom>
            <a:avLst/>
            <a:gdLst/>
            <a:ahLst/>
            <a:cxnLst/>
            <a:rect l="l" t="t" r="r" b="b"/>
            <a:pathLst>
              <a:path w="3953565" h="1317031">
                <a:moveTo>
                  <a:pt x="0" y="0"/>
                </a:moveTo>
                <a:lnTo>
                  <a:pt x="3953565" y="0"/>
                </a:lnTo>
                <a:lnTo>
                  <a:pt x="3953565" y="1317031"/>
                </a:lnTo>
                <a:lnTo>
                  <a:pt x="0" y="13170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1A30855-6BC6-4A49-A344-4120E8FA15F0}"/>
              </a:ext>
            </a:extLst>
          </p:cNvPr>
          <p:cNvSpPr>
            <a:spLocks noGrp="1"/>
          </p:cNvSpPr>
          <p:nvPr/>
        </p:nvSpPr>
        <p:spPr>
          <a:xfrm>
            <a:off x="2286000" y="2134076"/>
            <a:ext cx="13716000" cy="128016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  <a:buNone/>
            </a:pPr>
            <a:r>
              <a:rPr sz="7200" b="1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</a:rPr>
              <a:t>Problem Statement &amp; Objective</a:t>
            </a:r>
          </a:p>
        </p:txBody>
      </p:sp>
      <p:sp>
        <p:nvSpPr>
          <p:cNvPr id="10" name="Project text 1">
            <a:extLst>
              <a:ext uri="{FF2B5EF4-FFF2-40B4-BE49-F238E27FC236}">
                <a16:creationId xmlns:a16="http://schemas.microsoft.com/office/drawing/2014/main" id="{52496BD5-CBFA-40A4-AD09-D3ED3306710A}"/>
              </a:ext>
            </a:extLst>
          </p:cNvPr>
          <p:cNvSpPr>
            <a:spLocks noGrp="1"/>
          </p:cNvSpPr>
          <p:nvPr/>
        </p:nvSpPr>
        <p:spPr>
          <a:xfrm>
            <a:off x="2286000" y="3762375"/>
            <a:ext cx="13716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900" b="1">
                <a:solidFill>
                  <a:srgbClr val="124E8C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124E8C"/>
                </a:solidFill>
                <a:latin typeface="Calibri"/>
                <a:ea typeface="Calibri"/>
                <a:cs typeface="Calibri"/>
              </a:rPr>
              <a:t>Adaptive 2D Systolic Array on PYNQ-Z2</a:t>
            </a:r>
          </a:p>
        </p:txBody>
      </p:sp>
      <p:sp>
        <p:nvSpPr>
          <p:cNvPr id="11" name="Project text 2">
            <a:extLst>
              <a:ext uri="{FF2B5EF4-FFF2-40B4-BE49-F238E27FC236}">
                <a16:creationId xmlns:a16="http://schemas.microsoft.com/office/drawing/2014/main" id="{B24A3F6C-82C5-4F7C-AAFC-4FDFE1A154F9}"/>
              </a:ext>
            </a:extLst>
          </p:cNvPr>
          <p:cNvSpPr>
            <a:spLocks noGrp="1"/>
          </p:cNvSpPr>
          <p:nvPr/>
        </p:nvSpPr>
        <p:spPr>
          <a:xfrm>
            <a:off x="2286000" y="5000625"/>
            <a:ext cx="6000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124E8C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24E8C"/>
                </a:solidFill>
                <a:latin typeface="Calibri"/>
                <a:ea typeface="Calibri"/>
                <a:cs typeface="Calibri"/>
              </a:rPr>
              <a:t>Problem</a:t>
            </a:r>
          </a:p>
        </p:txBody>
      </p:sp>
      <p:sp>
        <p:nvSpPr>
          <p:cNvPr id="12" name="Project divider 3">
            <a:extLst>
              <a:ext uri="{FF2B5EF4-FFF2-40B4-BE49-F238E27FC236}">
                <a16:creationId xmlns:a16="http://schemas.microsoft.com/office/drawing/2014/main" id="{9368B83B-3B6C-4478-A837-708D938A7847}"/>
              </a:ext>
            </a:extLst>
          </p:cNvPr>
          <p:cNvSpPr>
            <a:spLocks noGrp="1"/>
          </p:cNvSpPr>
          <p:nvPr/>
        </p:nvSpPr>
        <p:spPr>
          <a:xfrm>
            <a:off x="2286000" y="5543550"/>
            <a:ext cx="6000750" cy="0"/>
          </a:xfrm>
          <a:prstGeom prst="line">
            <a:avLst/>
          </a:prstGeom>
          <a:noFill/>
          <a:ln w="19050">
            <a:solidFill>
              <a:srgbClr val="76C4DD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" name="Project text 4">
            <a:extLst>
              <a:ext uri="{FF2B5EF4-FFF2-40B4-BE49-F238E27FC236}">
                <a16:creationId xmlns:a16="http://schemas.microsoft.com/office/drawing/2014/main" id="{3E60A63A-CCD5-47F0-BE07-017093D806A9}"/>
              </a:ext>
            </a:extLst>
          </p:cNvPr>
          <p:cNvSpPr>
            <a:spLocks noGrp="1"/>
          </p:cNvSpPr>
          <p:nvPr/>
        </p:nvSpPr>
        <p:spPr>
          <a:xfrm>
            <a:off x="2286000" y="5810250"/>
            <a:ext cx="61912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0">
                <a:solidFill>
                  <a:srgbClr val="21374B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1374B"/>
                </a:solidFill>
                <a:latin typeface="Calibri"/>
                <a:ea typeface="Calibri"/>
                <a:cs typeface="Calibri"/>
              </a:rPr>
              <a:t>Edge AI layers repeatedly multiply matrices and accumulate results.</a:t>
            </a:r>
          </a:p>
        </p:txBody>
      </p:sp>
      <p:sp>
        <p:nvSpPr>
          <p:cNvPr id="14" name="Project text 5">
            <a:extLst>
              <a:ext uri="{FF2B5EF4-FFF2-40B4-BE49-F238E27FC236}">
                <a16:creationId xmlns:a16="http://schemas.microsoft.com/office/drawing/2014/main" id="{C8164FCE-7568-4FC7-A6D4-C8265BFC99E8}"/>
              </a:ext>
            </a:extLst>
          </p:cNvPr>
          <p:cNvSpPr>
            <a:spLocks noGrp="1"/>
          </p:cNvSpPr>
          <p:nvPr/>
        </p:nvSpPr>
        <p:spPr>
          <a:xfrm>
            <a:off x="2286000" y="7048500"/>
            <a:ext cx="6191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0">
                <a:solidFill>
                  <a:srgbClr val="21374B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1374B"/>
                </a:solidFill>
                <a:latin typeface="Calibri"/>
                <a:ea typeface="Calibri"/>
                <a:cs typeface="Calibri"/>
              </a:rPr>
              <a:t>Small or irregular shapes leave a fixed compute grid underused.</a:t>
            </a:r>
          </a:p>
        </p:txBody>
      </p:sp>
      <p:sp>
        <p:nvSpPr>
          <p:cNvPr id="15" name="Project text 6">
            <a:extLst>
              <a:ext uri="{FF2B5EF4-FFF2-40B4-BE49-F238E27FC236}">
                <a16:creationId xmlns:a16="http://schemas.microsoft.com/office/drawing/2014/main" id="{890B8C52-81C8-45C7-BE0D-C4AADFACBBD2}"/>
              </a:ext>
            </a:extLst>
          </p:cNvPr>
          <p:cNvSpPr>
            <a:spLocks noGrp="1"/>
          </p:cNvSpPr>
          <p:nvPr/>
        </p:nvSpPr>
        <p:spPr>
          <a:xfrm>
            <a:off x="2286000" y="8191500"/>
            <a:ext cx="61912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0">
                <a:solidFill>
                  <a:srgbClr val="21374B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1374B"/>
                </a:solidFill>
                <a:latin typeface="Calibri"/>
                <a:ea typeface="Calibri"/>
                <a:cs typeface="Calibri"/>
              </a:rPr>
              <a:t>Data movement and FPGA routing constrain useful throughput.</a:t>
            </a:r>
          </a:p>
        </p:txBody>
      </p:sp>
      <p:sp>
        <p:nvSpPr>
          <p:cNvPr id="16" name="Project text 7">
            <a:extLst>
              <a:ext uri="{FF2B5EF4-FFF2-40B4-BE49-F238E27FC236}">
                <a16:creationId xmlns:a16="http://schemas.microsoft.com/office/drawing/2014/main" id="{33263A97-294A-4B2F-A096-257EBF2121DF}"/>
              </a:ext>
            </a:extLst>
          </p:cNvPr>
          <p:cNvSpPr>
            <a:spLocks noGrp="1"/>
          </p:cNvSpPr>
          <p:nvPr/>
        </p:nvSpPr>
        <p:spPr>
          <a:xfrm>
            <a:off x="9715500" y="5000625"/>
            <a:ext cx="6096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124E8C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24E8C"/>
                </a:solidFill>
                <a:latin typeface="Calibri"/>
                <a:ea typeface="Calibri"/>
                <a:cs typeface="Calibri"/>
              </a:rPr>
              <a:t>Objective</a:t>
            </a:r>
          </a:p>
        </p:txBody>
      </p:sp>
      <p:sp>
        <p:nvSpPr>
          <p:cNvPr id="17" name="Project divider 8">
            <a:extLst>
              <a:ext uri="{FF2B5EF4-FFF2-40B4-BE49-F238E27FC236}">
                <a16:creationId xmlns:a16="http://schemas.microsoft.com/office/drawing/2014/main" id="{FE9AF2D4-A095-45B1-B9FC-459676BE34B9}"/>
              </a:ext>
            </a:extLst>
          </p:cNvPr>
          <p:cNvSpPr>
            <a:spLocks noGrp="1"/>
          </p:cNvSpPr>
          <p:nvPr/>
        </p:nvSpPr>
        <p:spPr>
          <a:xfrm>
            <a:off x="9715500" y="5543550"/>
            <a:ext cx="6096000" cy="0"/>
          </a:xfrm>
          <a:prstGeom prst="line">
            <a:avLst/>
          </a:prstGeom>
          <a:noFill/>
          <a:ln w="19050">
            <a:solidFill>
              <a:srgbClr val="76C4DD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8" name="Project text 9">
            <a:extLst>
              <a:ext uri="{FF2B5EF4-FFF2-40B4-BE49-F238E27FC236}">
                <a16:creationId xmlns:a16="http://schemas.microsoft.com/office/drawing/2014/main" id="{40F5E1E8-E296-4B1B-8967-592950CC729D}"/>
              </a:ext>
            </a:extLst>
          </p:cNvPr>
          <p:cNvSpPr>
            <a:spLocks noGrp="1"/>
          </p:cNvSpPr>
          <p:nvPr/>
        </p:nvSpPr>
        <p:spPr>
          <a:xfrm>
            <a:off x="9715500" y="5810250"/>
            <a:ext cx="6191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0">
                <a:solidFill>
                  <a:srgbClr val="21374B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1374B"/>
                </a:solidFill>
                <a:latin typeface="Calibri"/>
                <a:ea typeface="Calibri"/>
                <a:cs typeface="Calibri"/>
              </a:rPr>
              <a:t>Build exact signed INT8 acceleration with two parallel 16 x 16 engines.</a:t>
            </a:r>
          </a:p>
        </p:txBody>
      </p:sp>
      <p:sp>
        <p:nvSpPr>
          <p:cNvPr id="19" name="Project text 10">
            <a:extLst>
              <a:ext uri="{FF2B5EF4-FFF2-40B4-BE49-F238E27FC236}">
                <a16:creationId xmlns:a16="http://schemas.microsoft.com/office/drawing/2014/main" id="{33966A8F-1976-4D44-931F-9117CAA22318}"/>
              </a:ext>
            </a:extLst>
          </p:cNvPr>
          <p:cNvSpPr>
            <a:spLocks noGrp="1"/>
          </p:cNvSpPr>
          <p:nvPr/>
        </p:nvSpPr>
        <p:spPr>
          <a:xfrm>
            <a:off x="9715500" y="7048500"/>
            <a:ext cx="6191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0">
                <a:solidFill>
                  <a:srgbClr val="21374B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1374B"/>
                </a:solidFill>
                <a:latin typeface="Calibri"/>
                <a:ea typeface="Calibri"/>
                <a:cs typeface="Calibri"/>
              </a:rPr>
              <a:t>Support active regions, zero padding and software tiling of larger matrices.</a:t>
            </a:r>
          </a:p>
        </p:txBody>
      </p:sp>
      <p:sp>
        <p:nvSpPr>
          <p:cNvPr id="20" name="Project text 11">
            <a:extLst>
              <a:ext uri="{FF2B5EF4-FFF2-40B4-BE49-F238E27FC236}">
                <a16:creationId xmlns:a16="http://schemas.microsoft.com/office/drawing/2014/main" id="{C8A49BAC-E35B-4F9F-BC6E-8C34E0889D9B}"/>
              </a:ext>
            </a:extLst>
          </p:cNvPr>
          <p:cNvSpPr>
            <a:spLocks noGrp="1"/>
          </p:cNvSpPr>
          <p:nvPr/>
        </p:nvSpPr>
        <p:spPr>
          <a:xfrm>
            <a:off x="9715500" y="8286750"/>
            <a:ext cx="61912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0">
                <a:solidFill>
                  <a:srgbClr val="21374B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1374B"/>
                </a:solidFill>
                <a:latin typeface="Calibri"/>
                <a:ea typeface="Calibri"/>
                <a:cs typeface="Calibri"/>
              </a:rPr>
              <a:t>Verify correctness, timing and workload power before board release.</a:t>
            </a:r>
          </a:p>
        </p:txBody>
      </p:sp>
    </p:spTree>
    <p:extLst>
      <p:ext uri="{BB962C8B-B14F-4D97-AF65-F5344CB8AC3E}">
        <p14:creationId xmlns:p14="http://schemas.microsoft.com/office/powerpoint/2010/main" val="2136366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1FE6E90-C21B-4DF2-86C7-786866869D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59" b="-925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362F74A-A979-4574-A469-83E40A6C7505}"/>
              </a:ext>
            </a:extLst>
          </p:cNvPr>
          <p:cNvSpPr>
            <a:spLocks noGrp="1"/>
          </p:cNvSpPr>
          <p:nvPr/>
        </p:nvSpPr>
        <p:spPr>
          <a:xfrm>
            <a:off x="12494" y="0"/>
            <a:ext cx="2032411" cy="2032411"/>
          </a:xfrm>
          <a:custGeom>
            <a:avLst/>
            <a:gdLst/>
            <a:ahLst/>
            <a:cxnLst/>
            <a:rect l="l" t="t" r="r" b="b"/>
            <a:pathLst>
              <a:path w="2032411" h="2032411">
                <a:moveTo>
                  <a:pt x="0" y="0"/>
                </a:moveTo>
                <a:lnTo>
                  <a:pt x="2032412" y="0"/>
                </a:lnTo>
                <a:lnTo>
                  <a:pt x="2032412" y="2032411"/>
                </a:lnTo>
                <a:lnTo>
                  <a:pt x="0" y="20324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3C41EA5-3C9F-4306-819E-84EF5CF01B36}"/>
              </a:ext>
            </a:extLst>
          </p:cNvPr>
          <p:cNvSpPr>
            <a:spLocks noGrp="1"/>
          </p:cNvSpPr>
          <p:nvPr/>
        </p:nvSpPr>
        <p:spPr>
          <a:xfrm flipH="1" flipV="1">
            <a:off x="16243094" y="8242094"/>
            <a:ext cx="2032411" cy="2032411"/>
          </a:xfrm>
          <a:custGeom>
            <a:avLst/>
            <a:gdLst/>
            <a:ahLst/>
            <a:cxnLst/>
            <a:rect l="l" t="t" r="r" b="b"/>
            <a:pathLst>
              <a:path w="2032411" h="2032411">
                <a:moveTo>
                  <a:pt x="2032412" y="2032412"/>
                </a:moveTo>
                <a:lnTo>
                  <a:pt x="0" y="2032412"/>
                </a:lnTo>
                <a:lnTo>
                  <a:pt x="0" y="0"/>
                </a:lnTo>
                <a:lnTo>
                  <a:pt x="2032412" y="0"/>
                </a:lnTo>
                <a:lnTo>
                  <a:pt x="2032412" y="203241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B8E10DB-E831-4313-BA3A-9F8C72D8C404}"/>
              </a:ext>
            </a:extLst>
          </p:cNvPr>
          <p:cNvSpPr>
            <a:spLocks noGrp="1"/>
          </p:cNvSpPr>
          <p:nvPr/>
        </p:nvSpPr>
        <p:spPr>
          <a:xfrm>
            <a:off x="4857750" y="1475232"/>
            <a:ext cx="8572500" cy="11049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8640"/>
              </a:lnSpc>
              <a:spcBef>
                <a:spcPct val="0"/>
              </a:spcBef>
              <a:buNone/>
            </a:pPr>
            <a:r>
              <a:rPr sz="7200" b="1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</a:rPr>
              <a:t>Proposed Solution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B50698B-B45A-4581-AC77-199B716F1D83}"/>
              </a:ext>
            </a:extLst>
          </p:cNvPr>
          <p:cNvSpPr>
            <a:spLocks noGrp="1"/>
          </p:cNvSpPr>
          <p:nvPr/>
        </p:nvSpPr>
        <p:spPr>
          <a:xfrm>
            <a:off x="14334435" y="182355"/>
            <a:ext cx="3953565" cy="1317031"/>
          </a:xfrm>
          <a:custGeom>
            <a:avLst/>
            <a:gdLst/>
            <a:ahLst/>
            <a:cxnLst/>
            <a:rect l="l" t="t" r="r" b="b"/>
            <a:pathLst>
              <a:path w="3953565" h="1317031">
                <a:moveTo>
                  <a:pt x="0" y="0"/>
                </a:moveTo>
                <a:lnTo>
                  <a:pt x="3953565" y="0"/>
                </a:lnTo>
                <a:lnTo>
                  <a:pt x="3953565" y="1317031"/>
                </a:lnTo>
                <a:lnTo>
                  <a:pt x="0" y="13170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Project text 12">
            <a:extLst>
              <a:ext uri="{FF2B5EF4-FFF2-40B4-BE49-F238E27FC236}">
                <a16:creationId xmlns:a16="http://schemas.microsoft.com/office/drawing/2014/main" id="{25C95BDE-8E9C-4C53-A24C-BD29628C791F}"/>
              </a:ext>
            </a:extLst>
          </p:cNvPr>
          <p:cNvSpPr>
            <a:spLocks noGrp="1"/>
          </p:cNvSpPr>
          <p:nvPr/>
        </p:nvSpPr>
        <p:spPr>
          <a:xfrm>
            <a:off x="2190750" y="2905125"/>
            <a:ext cx="14001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000" b="1">
                <a:solidFill>
                  <a:srgbClr val="124E8C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24E8C"/>
                </a:solidFill>
                <a:latin typeface="Calibri"/>
                <a:ea typeface="Calibri"/>
                <a:cs typeface="Calibri"/>
              </a:rPr>
              <a:t>512 physical MAC lanes | Exact INT8 arithmetic | 100 MHz routed candidate</a:t>
            </a:r>
          </a:p>
        </p:txBody>
      </p:sp>
      <p:sp>
        <p:nvSpPr>
          <p:cNvPr id="12" name="Project text 13">
            <a:extLst>
              <a:ext uri="{FF2B5EF4-FFF2-40B4-BE49-F238E27FC236}">
                <a16:creationId xmlns:a16="http://schemas.microsoft.com/office/drawing/2014/main" id="{98CC48BE-D87C-4438-89B2-51C9770D6C0B}"/>
              </a:ext>
            </a:extLst>
          </p:cNvPr>
          <p:cNvSpPr>
            <a:spLocks noGrp="1"/>
          </p:cNvSpPr>
          <p:nvPr/>
        </p:nvSpPr>
        <p:spPr>
          <a:xfrm>
            <a:off x="2219325" y="3924300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700" b="1">
                <a:solidFill>
                  <a:srgbClr val="124E8C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24E8C"/>
                </a:solidFill>
                <a:latin typeface="Calibri"/>
                <a:ea typeface="Calibri"/>
                <a:cs typeface="Calibri"/>
              </a:rPr>
              <a:t>Engine 0</a:t>
            </a:r>
          </a:p>
        </p:txBody>
      </p:sp>
      <p:sp>
        <p:nvSpPr>
          <p:cNvPr id="13" name="E0 PE 0,0">
            <a:extLst>
              <a:ext uri="{FF2B5EF4-FFF2-40B4-BE49-F238E27FC236}">
                <a16:creationId xmlns:a16="http://schemas.microsoft.com/office/drawing/2014/main" id="{E33B9E05-B9C1-4C79-B011-D14DF8504CDA}"/>
              </a:ext>
            </a:extLst>
          </p:cNvPr>
          <p:cNvSpPr>
            <a:spLocks noGrp="1"/>
          </p:cNvSpPr>
          <p:nvPr/>
        </p:nvSpPr>
        <p:spPr>
          <a:xfrm>
            <a:off x="23336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" name="E0 PE 0,1">
            <a:extLst>
              <a:ext uri="{FF2B5EF4-FFF2-40B4-BE49-F238E27FC236}">
                <a16:creationId xmlns:a16="http://schemas.microsoft.com/office/drawing/2014/main" id="{406882A4-5DDF-4993-AC40-F34B675DFEBB}"/>
              </a:ext>
            </a:extLst>
          </p:cNvPr>
          <p:cNvSpPr>
            <a:spLocks noGrp="1"/>
          </p:cNvSpPr>
          <p:nvPr/>
        </p:nvSpPr>
        <p:spPr>
          <a:xfrm>
            <a:off x="24860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5" name="E0 PE 0,2">
            <a:extLst>
              <a:ext uri="{FF2B5EF4-FFF2-40B4-BE49-F238E27FC236}">
                <a16:creationId xmlns:a16="http://schemas.microsoft.com/office/drawing/2014/main" id="{8A453224-FD90-4DA1-A9D0-56A024F76F16}"/>
              </a:ext>
            </a:extLst>
          </p:cNvPr>
          <p:cNvSpPr>
            <a:spLocks noGrp="1"/>
          </p:cNvSpPr>
          <p:nvPr/>
        </p:nvSpPr>
        <p:spPr>
          <a:xfrm>
            <a:off x="26384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6" name="E0 PE 0,3">
            <a:extLst>
              <a:ext uri="{FF2B5EF4-FFF2-40B4-BE49-F238E27FC236}">
                <a16:creationId xmlns:a16="http://schemas.microsoft.com/office/drawing/2014/main" id="{2788029A-9D0C-4D3D-B062-6B3346C70F32}"/>
              </a:ext>
            </a:extLst>
          </p:cNvPr>
          <p:cNvSpPr>
            <a:spLocks noGrp="1"/>
          </p:cNvSpPr>
          <p:nvPr/>
        </p:nvSpPr>
        <p:spPr>
          <a:xfrm>
            <a:off x="27908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7" name="E0 PE 0,4">
            <a:extLst>
              <a:ext uri="{FF2B5EF4-FFF2-40B4-BE49-F238E27FC236}">
                <a16:creationId xmlns:a16="http://schemas.microsoft.com/office/drawing/2014/main" id="{B4439E9D-5BE4-4B33-97F4-3EB61CD3FA63}"/>
              </a:ext>
            </a:extLst>
          </p:cNvPr>
          <p:cNvSpPr>
            <a:spLocks noGrp="1"/>
          </p:cNvSpPr>
          <p:nvPr/>
        </p:nvSpPr>
        <p:spPr>
          <a:xfrm>
            <a:off x="29432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8" name="E0 PE 0,5">
            <a:extLst>
              <a:ext uri="{FF2B5EF4-FFF2-40B4-BE49-F238E27FC236}">
                <a16:creationId xmlns:a16="http://schemas.microsoft.com/office/drawing/2014/main" id="{49D2FFFC-2DDB-47DA-A073-2F5DE9347773}"/>
              </a:ext>
            </a:extLst>
          </p:cNvPr>
          <p:cNvSpPr>
            <a:spLocks noGrp="1"/>
          </p:cNvSpPr>
          <p:nvPr/>
        </p:nvSpPr>
        <p:spPr>
          <a:xfrm>
            <a:off x="30956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9" name="E0 PE 0,6">
            <a:extLst>
              <a:ext uri="{FF2B5EF4-FFF2-40B4-BE49-F238E27FC236}">
                <a16:creationId xmlns:a16="http://schemas.microsoft.com/office/drawing/2014/main" id="{05F2B783-9FCD-4B5D-A7CA-1079B7EAB4CE}"/>
              </a:ext>
            </a:extLst>
          </p:cNvPr>
          <p:cNvSpPr>
            <a:spLocks noGrp="1"/>
          </p:cNvSpPr>
          <p:nvPr/>
        </p:nvSpPr>
        <p:spPr>
          <a:xfrm>
            <a:off x="32480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0" name="E0 PE 0,7">
            <a:extLst>
              <a:ext uri="{FF2B5EF4-FFF2-40B4-BE49-F238E27FC236}">
                <a16:creationId xmlns:a16="http://schemas.microsoft.com/office/drawing/2014/main" id="{DFC9F39F-6993-4A62-9C58-F0495A06F65D}"/>
              </a:ext>
            </a:extLst>
          </p:cNvPr>
          <p:cNvSpPr>
            <a:spLocks noGrp="1"/>
          </p:cNvSpPr>
          <p:nvPr/>
        </p:nvSpPr>
        <p:spPr>
          <a:xfrm>
            <a:off x="34004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" name="E0 PE 0,8">
            <a:extLst>
              <a:ext uri="{FF2B5EF4-FFF2-40B4-BE49-F238E27FC236}">
                <a16:creationId xmlns:a16="http://schemas.microsoft.com/office/drawing/2014/main" id="{2A82A173-FB58-4A02-B2BB-0A4E8860CE81}"/>
              </a:ext>
            </a:extLst>
          </p:cNvPr>
          <p:cNvSpPr>
            <a:spLocks noGrp="1"/>
          </p:cNvSpPr>
          <p:nvPr/>
        </p:nvSpPr>
        <p:spPr>
          <a:xfrm>
            <a:off x="35528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2" name="E0 PE 0,9">
            <a:extLst>
              <a:ext uri="{FF2B5EF4-FFF2-40B4-BE49-F238E27FC236}">
                <a16:creationId xmlns:a16="http://schemas.microsoft.com/office/drawing/2014/main" id="{1F307479-3178-438C-AB7B-26FBF91D6EC6}"/>
              </a:ext>
            </a:extLst>
          </p:cNvPr>
          <p:cNvSpPr>
            <a:spLocks noGrp="1"/>
          </p:cNvSpPr>
          <p:nvPr/>
        </p:nvSpPr>
        <p:spPr>
          <a:xfrm>
            <a:off x="37052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3" name="E0 PE 0,10">
            <a:extLst>
              <a:ext uri="{FF2B5EF4-FFF2-40B4-BE49-F238E27FC236}">
                <a16:creationId xmlns:a16="http://schemas.microsoft.com/office/drawing/2014/main" id="{CF25CA00-9D42-4BBF-8575-39CFA4EB0FB8}"/>
              </a:ext>
            </a:extLst>
          </p:cNvPr>
          <p:cNvSpPr>
            <a:spLocks noGrp="1"/>
          </p:cNvSpPr>
          <p:nvPr/>
        </p:nvSpPr>
        <p:spPr>
          <a:xfrm>
            <a:off x="38576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4" name="E0 PE 0,11">
            <a:extLst>
              <a:ext uri="{FF2B5EF4-FFF2-40B4-BE49-F238E27FC236}">
                <a16:creationId xmlns:a16="http://schemas.microsoft.com/office/drawing/2014/main" id="{9FA54C93-EBAA-405C-B8C5-FD1967C7ED30}"/>
              </a:ext>
            </a:extLst>
          </p:cNvPr>
          <p:cNvSpPr>
            <a:spLocks noGrp="1"/>
          </p:cNvSpPr>
          <p:nvPr/>
        </p:nvSpPr>
        <p:spPr>
          <a:xfrm>
            <a:off x="40100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5" name="E0 PE 0,12">
            <a:extLst>
              <a:ext uri="{FF2B5EF4-FFF2-40B4-BE49-F238E27FC236}">
                <a16:creationId xmlns:a16="http://schemas.microsoft.com/office/drawing/2014/main" id="{1FD74F10-90BC-4ED8-A281-CEBA008979EB}"/>
              </a:ext>
            </a:extLst>
          </p:cNvPr>
          <p:cNvSpPr>
            <a:spLocks noGrp="1"/>
          </p:cNvSpPr>
          <p:nvPr/>
        </p:nvSpPr>
        <p:spPr>
          <a:xfrm>
            <a:off x="41624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6" name="E0 PE 0,13">
            <a:extLst>
              <a:ext uri="{FF2B5EF4-FFF2-40B4-BE49-F238E27FC236}">
                <a16:creationId xmlns:a16="http://schemas.microsoft.com/office/drawing/2014/main" id="{18D8DFAD-F8DD-45D7-982F-0869A3457D2E}"/>
              </a:ext>
            </a:extLst>
          </p:cNvPr>
          <p:cNvSpPr>
            <a:spLocks noGrp="1"/>
          </p:cNvSpPr>
          <p:nvPr/>
        </p:nvSpPr>
        <p:spPr>
          <a:xfrm>
            <a:off x="43148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7" name="E0 PE 0,14">
            <a:extLst>
              <a:ext uri="{FF2B5EF4-FFF2-40B4-BE49-F238E27FC236}">
                <a16:creationId xmlns:a16="http://schemas.microsoft.com/office/drawing/2014/main" id="{838A9AA1-2479-4E9D-A4AC-07E32813BD9C}"/>
              </a:ext>
            </a:extLst>
          </p:cNvPr>
          <p:cNvSpPr>
            <a:spLocks noGrp="1"/>
          </p:cNvSpPr>
          <p:nvPr/>
        </p:nvSpPr>
        <p:spPr>
          <a:xfrm>
            <a:off x="44672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8" name="E0 PE 0,15">
            <a:extLst>
              <a:ext uri="{FF2B5EF4-FFF2-40B4-BE49-F238E27FC236}">
                <a16:creationId xmlns:a16="http://schemas.microsoft.com/office/drawing/2014/main" id="{9049FC14-5B8F-4B49-A400-4EA7C45C812E}"/>
              </a:ext>
            </a:extLst>
          </p:cNvPr>
          <p:cNvSpPr>
            <a:spLocks noGrp="1"/>
          </p:cNvSpPr>
          <p:nvPr/>
        </p:nvSpPr>
        <p:spPr>
          <a:xfrm>
            <a:off x="46196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9" name="E0 PE 1,0">
            <a:extLst>
              <a:ext uri="{FF2B5EF4-FFF2-40B4-BE49-F238E27FC236}">
                <a16:creationId xmlns:a16="http://schemas.microsoft.com/office/drawing/2014/main" id="{732EC5FB-3391-4733-88C0-DA1DC26FF0E9}"/>
              </a:ext>
            </a:extLst>
          </p:cNvPr>
          <p:cNvSpPr>
            <a:spLocks noGrp="1"/>
          </p:cNvSpPr>
          <p:nvPr/>
        </p:nvSpPr>
        <p:spPr>
          <a:xfrm>
            <a:off x="23336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0" name="E0 PE 1,1">
            <a:extLst>
              <a:ext uri="{FF2B5EF4-FFF2-40B4-BE49-F238E27FC236}">
                <a16:creationId xmlns:a16="http://schemas.microsoft.com/office/drawing/2014/main" id="{EF2DBD31-3B2B-442C-9B48-C78F2A4B8A2B}"/>
              </a:ext>
            </a:extLst>
          </p:cNvPr>
          <p:cNvSpPr>
            <a:spLocks noGrp="1"/>
          </p:cNvSpPr>
          <p:nvPr/>
        </p:nvSpPr>
        <p:spPr>
          <a:xfrm>
            <a:off x="24860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1" name="E0 PE 1,2">
            <a:extLst>
              <a:ext uri="{FF2B5EF4-FFF2-40B4-BE49-F238E27FC236}">
                <a16:creationId xmlns:a16="http://schemas.microsoft.com/office/drawing/2014/main" id="{2D3A8D7C-951B-4557-939A-AC80C667BFDF}"/>
              </a:ext>
            </a:extLst>
          </p:cNvPr>
          <p:cNvSpPr>
            <a:spLocks noGrp="1"/>
          </p:cNvSpPr>
          <p:nvPr/>
        </p:nvSpPr>
        <p:spPr>
          <a:xfrm>
            <a:off x="26384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2" name="E0 PE 1,3">
            <a:extLst>
              <a:ext uri="{FF2B5EF4-FFF2-40B4-BE49-F238E27FC236}">
                <a16:creationId xmlns:a16="http://schemas.microsoft.com/office/drawing/2014/main" id="{145BF8DA-CBEA-4AAA-94DF-42C759447559}"/>
              </a:ext>
            </a:extLst>
          </p:cNvPr>
          <p:cNvSpPr>
            <a:spLocks noGrp="1"/>
          </p:cNvSpPr>
          <p:nvPr/>
        </p:nvSpPr>
        <p:spPr>
          <a:xfrm>
            <a:off x="27908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3" name="E0 PE 1,4">
            <a:extLst>
              <a:ext uri="{FF2B5EF4-FFF2-40B4-BE49-F238E27FC236}">
                <a16:creationId xmlns:a16="http://schemas.microsoft.com/office/drawing/2014/main" id="{CBE2DC4F-5711-49CA-B4E8-D627D3F7803B}"/>
              </a:ext>
            </a:extLst>
          </p:cNvPr>
          <p:cNvSpPr>
            <a:spLocks noGrp="1"/>
          </p:cNvSpPr>
          <p:nvPr/>
        </p:nvSpPr>
        <p:spPr>
          <a:xfrm>
            <a:off x="29432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4" name="E0 PE 1,5">
            <a:extLst>
              <a:ext uri="{FF2B5EF4-FFF2-40B4-BE49-F238E27FC236}">
                <a16:creationId xmlns:a16="http://schemas.microsoft.com/office/drawing/2014/main" id="{DEF69E3F-8E81-4A72-BA58-EBD6CD4DB4CF}"/>
              </a:ext>
            </a:extLst>
          </p:cNvPr>
          <p:cNvSpPr>
            <a:spLocks noGrp="1"/>
          </p:cNvSpPr>
          <p:nvPr/>
        </p:nvSpPr>
        <p:spPr>
          <a:xfrm>
            <a:off x="30956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5" name="E0 PE 1,6">
            <a:extLst>
              <a:ext uri="{FF2B5EF4-FFF2-40B4-BE49-F238E27FC236}">
                <a16:creationId xmlns:a16="http://schemas.microsoft.com/office/drawing/2014/main" id="{9DEAF2CC-13DC-46C7-B92C-DACDA8272225}"/>
              </a:ext>
            </a:extLst>
          </p:cNvPr>
          <p:cNvSpPr>
            <a:spLocks noGrp="1"/>
          </p:cNvSpPr>
          <p:nvPr/>
        </p:nvSpPr>
        <p:spPr>
          <a:xfrm>
            <a:off x="32480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6" name="E0 PE 1,7">
            <a:extLst>
              <a:ext uri="{FF2B5EF4-FFF2-40B4-BE49-F238E27FC236}">
                <a16:creationId xmlns:a16="http://schemas.microsoft.com/office/drawing/2014/main" id="{5D284DCC-4840-4656-9115-F2D16C30A6E5}"/>
              </a:ext>
            </a:extLst>
          </p:cNvPr>
          <p:cNvSpPr>
            <a:spLocks noGrp="1"/>
          </p:cNvSpPr>
          <p:nvPr/>
        </p:nvSpPr>
        <p:spPr>
          <a:xfrm>
            <a:off x="34004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7" name="E0 PE 1,8">
            <a:extLst>
              <a:ext uri="{FF2B5EF4-FFF2-40B4-BE49-F238E27FC236}">
                <a16:creationId xmlns:a16="http://schemas.microsoft.com/office/drawing/2014/main" id="{5D2E72D2-A1AA-4DEF-8FDC-D896D0C5297A}"/>
              </a:ext>
            </a:extLst>
          </p:cNvPr>
          <p:cNvSpPr>
            <a:spLocks noGrp="1"/>
          </p:cNvSpPr>
          <p:nvPr/>
        </p:nvSpPr>
        <p:spPr>
          <a:xfrm>
            <a:off x="35528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8" name="E0 PE 1,9">
            <a:extLst>
              <a:ext uri="{FF2B5EF4-FFF2-40B4-BE49-F238E27FC236}">
                <a16:creationId xmlns:a16="http://schemas.microsoft.com/office/drawing/2014/main" id="{A5F91F1B-1761-45BF-AF9A-692F3D192FCC}"/>
              </a:ext>
            </a:extLst>
          </p:cNvPr>
          <p:cNvSpPr>
            <a:spLocks noGrp="1"/>
          </p:cNvSpPr>
          <p:nvPr/>
        </p:nvSpPr>
        <p:spPr>
          <a:xfrm>
            <a:off x="37052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9" name="E0 PE 1,10">
            <a:extLst>
              <a:ext uri="{FF2B5EF4-FFF2-40B4-BE49-F238E27FC236}">
                <a16:creationId xmlns:a16="http://schemas.microsoft.com/office/drawing/2014/main" id="{E7B127A5-35C1-4D49-A82D-55CB3420D026}"/>
              </a:ext>
            </a:extLst>
          </p:cNvPr>
          <p:cNvSpPr>
            <a:spLocks noGrp="1"/>
          </p:cNvSpPr>
          <p:nvPr/>
        </p:nvSpPr>
        <p:spPr>
          <a:xfrm>
            <a:off x="38576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0" name="E0 PE 1,11">
            <a:extLst>
              <a:ext uri="{FF2B5EF4-FFF2-40B4-BE49-F238E27FC236}">
                <a16:creationId xmlns:a16="http://schemas.microsoft.com/office/drawing/2014/main" id="{B89AA999-0B5D-4C4A-AE0A-3E136BBDA5D1}"/>
              </a:ext>
            </a:extLst>
          </p:cNvPr>
          <p:cNvSpPr>
            <a:spLocks noGrp="1"/>
          </p:cNvSpPr>
          <p:nvPr/>
        </p:nvSpPr>
        <p:spPr>
          <a:xfrm>
            <a:off x="40100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1" name="E0 PE 1,12">
            <a:extLst>
              <a:ext uri="{FF2B5EF4-FFF2-40B4-BE49-F238E27FC236}">
                <a16:creationId xmlns:a16="http://schemas.microsoft.com/office/drawing/2014/main" id="{9EACFECD-C12C-4BC1-8153-509EDA70AD56}"/>
              </a:ext>
            </a:extLst>
          </p:cNvPr>
          <p:cNvSpPr>
            <a:spLocks noGrp="1"/>
          </p:cNvSpPr>
          <p:nvPr/>
        </p:nvSpPr>
        <p:spPr>
          <a:xfrm>
            <a:off x="41624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2" name="E0 PE 1,13">
            <a:extLst>
              <a:ext uri="{FF2B5EF4-FFF2-40B4-BE49-F238E27FC236}">
                <a16:creationId xmlns:a16="http://schemas.microsoft.com/office/drawing/2014/main" id="{2228678A-473A-4FC6-9E40-DA1D18505003}"/>
              </a:ext>
            </a:extLst>
          </p:cNvPr>
          <p:cNvSpPr>
            <a:spLocks noGrp="1"/>
          </p:cNvSpPr>
          <p:nvPr/>
        </p:nvSpPr>
        <p:spPr>
          <a:xfrm>
            <a:off x="43148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3" name="E0 PE 1,14">
            <a:extLst>
              <a:ext uri="{FF2B5EF4-FFF2-40B4-BE49-F238E27FC236}">
                <a16:creationId xmlns:a16="http://schemas.microsoft.com/office/drawing/2014/main" id="{EC41F295-924D-40A2-B8F2-C260DAE302F6}"/>
              </a:ext>
            </a:extLst>
          </p:cNvPr>
          <p:cNvSpPr>
            <a:spLocks noGrp="1"/>
          </p:cNvSpPr>
          <p:nvPr/>
        </p:nvSpPr>
        <p:spPr>
          <a:xfrm>
            <a:off x="44672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4" name="E0 PE 1,15">
            <a:extLst>
              <a:ext uri="{FF2B5EF4-FFF2-40B4-BE49-F238E27FC236}">
                <a16:creationId xmlns:a16="http://schemas.microsoft.com/office/drawing/2014/main" id="{62114A7F-223D-49AE-81B9-F0DFC80D41F8}"/>
              </a:ext>
            </a:extLst>
          </p:cNvPr>
          <p:cNvSpPr>
            <a:spLocks noGrp="1"/>
          </p:cNvSpPr>
          <p:nvPr/>
        </p:nvSpPr>
        <p:spPr>
          <a:xfrm>
            <a:off x="46196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5" name="E0 PE 2,0">
            <a:extLst>
              <a:ext uri="{FF2B5EF4-FFF2-40B4-BE49-F238E27FC236}">
                <a16:creationId xmlns:a16="http://schemas.microsoft.com/office/drawing/2014/main" id="{68F41F65-2A46-4EFB-B678-BB74D8B36127}"/>
              </a:ext>
            </a:extLst>
          </p:cNvPr>
          <p:cNvSpPr>
            <a:spLocks noGrp="1"/>
          </p:cNvSpPr>
          <p:nvPr/>
        </p:nvSpPr>
        <p:spPr>
          <a:xfrm>
            <a:off x="23336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6" name="E0 PE 2,1">
            <a:extLst>
              <a:ext uri="{FF2B5EF4-FFF2-40B4-BE49-F238E27FC236}">
                <a16:creationId xmlns:a16="http://schemas.microsoft.com/office/drawing/2014/main" id="{900BFADA-F5EE-45A0-94CD-86853D6FDD1A}"/>
              </a:ext>
            </a:extLst>
          </p:cNvPr>
          <p:cNvSpPr>
            <a:spLocks noGrp="1"/>
          </p:cNvSpPr>
          <p:nvPr/>
        </p:nvSpPr>
        <p:spPr>
          <a:xfrm>
            <a:off x="24860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7" name="E0 PE 2,2">
            <a:extLst>
              <a:ext uri="{FF2B5EF4-FFF2-40B4-BE49-F238E27FC236}">
                <a16:creationId xmlns:a16="http://schemas.microsoft.com/office/drawing/2014/main" id="{85399A26-BE55-4694-8595-3291E34D7CA9}"/>
              </a:ext>
            </a:extLst>
          </p:cNvPr>
          <p:cNvSpPr>
            <a:spLocks noGrp="1"/>
          </p:cNvSpPr>
          <p:nvPr/>
        </p:nvSpPr>
        <p:spPr>
          <a:xfrm>
            <a:off x="26384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8" name="E0 PE 2,3">
            <a:extLst>
              <a:ext uri="{FF2B5EF4-FFF2-40B4-BE49-F238E27FC236}">
                <a16:creationId xmlns:a16="http://schemas.microsoft.com/office/drawing/2014/main" id="{C2728F6E-852E-4605-BF59-A60D220A9F6C}"/>
              </a:ext>
            </a:extLst>
          </p:cNvPr>
          <p:cNvSpPr>
            <a:spLocks noGrp="1"/>
          </p:cNvSpPr>
          <p:nvPr/>
        </p:nvSpPr>
        <p:spPr>
          <a:xfrm>
            <a:off x="27908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9" name="E0 PE 2,4">
            <a:extLst>
              <a:ext uri="{FF2B5EF4-FFF2-40B4-BE49-F238E27FC236}">
                <a16:creationId xmlns:a16="http://schemas.microsoft.com/office/drawing/2014/main" id="{4F156163-DCB6-402B-9DF6-1D221EE1ABB1}"/>
              </a:ext>
            </a:extLst>
          </p:cNvPr>
          <p:cNvSpPr>
            <a:spLocks noGrp="1"/>
          </p:cNvSpPr>
          <p:nvPr/>
        </p:nvSpPr>
        <p:spPr>
          <a:xfrm>
            <a:off x="29432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0" name="E0 PE 2,5">
            <a:extLst>
              <a:ext uri="{FF2B5EF4-FFF2-40B4-BE49-F238E27FC236}">
                <a16:creationId xmlns:a16="http://schemas.microsoft.com/office/drawing/2014/main" id="{588C6B58-15CC-46DC-83DE-923FA77EFD7F}"/>
              </a:ext>
            </a:extLst>
          </p:cNvPr>
          <p:cNvSpPr>
            <a:spLocks noGrp="1"/>
          </p:cNvSpPr>
          <p:nvPr/>
        </p:nvSpPr>
        <p:spPr>
          <a:xfrm>
            <a:off x="30956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1" name="E0 PE 2,6">
            <a:extLst>
              <a:ext uri="{FF2B5EF4-FFF2-40B4-BE49-F238E27FC236}">
                <a16:creationId xmlns:a16="http://schemas.microsoft.com/office/drawing/2014/main" id="{06AAD6BC-14B1-40DD-9460-363ADC18B88B}"/>
              </a:ext>
            </a:extLst>
          </p:cNvPr>
          <p:cNvSpPr>
            <a:spLocks noGrp="1"/>
          </p:cNvSpPr>
          <p:nvPr/>
        </p:nvSpPr>
        <p:spPr>
          <a:xfrm>
            <a:off x="32480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2" name="E0 PE 2,7">
            <a:extLst>
              <a:ext uri="{FF2B5EF4-FFF2-40B4-BE49-F238E27FC236}">
                <a16:creationId xmlns:a16="http://schemas.microsoft.com/office/drawing/2014/main" id="{0945F7BC-1856-48E2-8876-A1DFD9E568A2}"/>
              </a:ext>
            </a:extLst>
          </p:cNvPr>
          <p:cNvSpPr>
            <a:spLocks noGrp="1"/>
          </p:cNvSpPr>
          <p:nvPr/>
        </p:nvSpPr>
        <p:spPr>
          <a:xfrm>
            <a:off x="34004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3" name="E0 PE 2,8">
            <a:extLst>
              <a:ext uri="{FF2B5EF4-FFF2-40B4-BE49-F238E27FC236}">
                <a16:creationId xmlns:a16="http://schemas.microsoft.com/office/drawing/2014/main" id="{D8E008BB-C092-41ED-B56C-4894E0F35E0A}"/>
              </a:ext>
            </a:extLst>
          </p:cNvPr>
          <p:cNvSpPr>
            <a:spLocks noGrp="1"/>
          </p:cNvSpPr>
          <p:nvPr/>
        </p:nvSpPr>
        <p:spPr>
          <a:xfrm>
            <a:off x="35528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4" name="E0 PE 2,9">
            <a:extLst>
              <a:ext uri="{FF2B5EF4-FFF2-40B4-BE49-F238E27FC236}">
                <a16:creationId xmlns:a16="http://schemas.microsoft.com/office/drawing/2014/main" id="{3797690F-BCF7-4EBC-AF6B-7D3106912B61}"/>
              </a:ext>
            </a:extLst>
          </p:cNvPr>
          <p:cNvSpPr>
            <a:spLocks noGrp="1"/>
          </p:cNvSpPr>
          <p:nvPr/>
        </p:nvSpPr>
        <p:spPr>
          <a:xfrm>
            <a:off x="37052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5" name="E0 PE 2,10">
            <a:extLst>
              <a:ext uri="{FF2B5EF4-FFF2-40B4-BE49-F238E27FC236}">
                <a16:creationId xmlns:a16="http://schemas.microsoft.com/office/drawing/2014/main" id="{9BF71583-C861-46C0-8E0C-E886678E1D43}"/>
              </a:ext>
            </a:extLst>
          </p:cNvPr>
          <p:cNvSpPr>
            <a:spLocks noGrp="1"/>
          </p:cNvSpPr>
          <p:nvPr/>
        </p:nvSpPr>
        <p:spPr>
          <a:xfrm>
            <a:off x="38576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6" name="E0 PE 2,11">
            <a:extLst>
              <a:ext uri="{FF2B5EF4-FFF2-40B4-BE49-F238E27FC236}">
                <a16:creationId xmlns:a16="http://schemas.microsoft.com/office/drawing/2014/main" id="{A9D7B739-F712-4B7D-8B8F-CEC9C1A98915}"/>
              </a:ext>
            </a:extLst>
          </p:cNvPr>
          <p:cNvSpPr>
            <a:spLocks noGrp="1"/>
          </p:cNvSpPr>
          <p:nvPr/>
        </p:nvSpPr>
        <p:spPr>
          <a:xfrm>
            <a:off x="40100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7" name="E0 PE 2,12">
            <a:extLst>
              <a:ext uri="{FF2B5EF4-FFF2-40B4-BE49-F238E27FC236}">
                <a16:creationId xmlns:a16="http://schemas.microsoft.com/office/drawing/2014/main" id="{FE732FF1-4056-405E-BCEF-5B987E22E29C}"/>
              </a:ext>
            </a:extLst>
          </p:cNvPr>
          <p:cNvSpPr>
            <a:spLocks noGrp="1"/>
          </p:cNvSpPr>
          <p:nvPr/>
        </p:nvSpPr>
        <p:spPr>
          <a:xfrm>
            <a:off x="41624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8" name="E0 PE 2,13">
            <a:extLst>
              <a:ext uri="{FF2B5EF4-FFF2-40B4-BE49-F238E27FC236}">
                <a16:creationId xmlns:a16="http://schemas.microsoft.com/office/drawing/2014/main" id="{E847284B-1023-4611-A232-2E3BCB156888}"/>
              </a:ext>
            </a:extLst>
          </p:cNvPr>
          <p:cNvSpPr>
            <a:spLocks noGrp="1"/>
          </p:cNvSpPr>
          <p:nvPr/>
        </p:nvSpPr>
        <p:spPr>
          <a:xfrm>
            <a:off x="43148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9" name="E0 PE 2,14">
            <a:extLst>
              <a:ext uri="{FF2B5EF4-FFF2-40B4-BE49-F238E27FC236}">
                <a16:creationId xmlns:a16="http://schemas.microsoft.com/office/drawing/2014/main" id="{3948A1A5-B334-40E9-93B0-052B4B8FC6DA}"/>
              </a:ext>
            </a:extLst>
          </p:cNvPr>
          <p:cNvSpPr>
            <a:spLocks noGrp="1"/>
          </p:cNvSpPr>
          <p:nvPr/>
        </p:nvSpPr>
        <p:spPr>
          <a:xfrm>
            <a:off x="44672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0" name="E0 PE 2,15">
            <a:extLst>
              <a:ext uri="{FF2B5EF4-FFF2-40B4-BE49-F238E27FC236}">
                <a16:creationId xmlns:a16="http://schemas.microsoft.com/office/drawing/2014/main" id="{ECE616FC-6996-4920-BF96-C1F05BCCC444}"/>
              </a:ext>
            </a:extLst>
          </p:cNvPr>
          <p:cNvSpPr>
            <a:spLocks noGrp="1"/>
          </p:cNvSpPr>
          <p:nvPr/>
        </p:nvSpPr>
        <p:spPr>
          <a:xfrm>
            <a:off x="46196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1" name="E0 PE 3,0">
            <a:extLst>
              <a:ext uri="{FF2B5EF4-FFF2-40B4-BE49-F238E27FC236}">
                <a16:creationId xmlns:a16="http://schemas.microsoft.com/office/drawing/2014/main" id="{B6ED0648-D4BC-4C3D-9E09-AA28172A7B61}"/>
              </a:ext>
            </a:extLst>
          </p:cNvPr>
          <p:cNvSpPr>
            <a:spLocks noGrp="1"/>
          </p:cNvSpPr>
          <p:nvPr/>
        </p:nvSpPr>
        <p:spPr>
          <a:xfrm>
            <a:off x="23336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2" name="E0 PE 3,1">
            <a:extLst>
              <a:ext uri="{FF2B5EF4-FFF2-40B4-BE49-F238E27FC236}">
                <a16:creationId xmlns:a16="http://schemas.microsoft.com/office/drawing/2014/main" id="{DB54B70F-08AA-4507-A1E2-B3D448C9A822}"/>
              </a:ext>
            </a:extLst>
          </p:cNvPr>
          <p:cNvSpPr>
            <a:spLocks noGrp="1"/>
          </p:cNvSpPr>
          <p:nvPr/>
        </p:nvSpPr>
        <p:spPr>
          <a:xfrm>
            <a:off x="24860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3" name="E0 PE 3,2">
            <a:extLst>
              <a:ext uri="{FF2B5EF4-FFF2-40B4-BE49-F238E27FC236}">
                <a16:creationId xmlns:a16="http://schemas.microsoft.com/office/drawing/2014/main" id="{92EF3D5F-ABBB-4CBB-99E2-B8F443C42947}"/>
              </a:ext>
            </a:extLst>
          </p:cNvPr>
          <p:cNvSpPr>
            <a:spLocks noGrp="1"/>
          </p:cNvSpPr>
          <p:nvPr/>
        </p:nvSpPr>
        <p:spPr>
          <a:xfrm>
            <a:off x="26384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4" name="E0 PE 3,3">
            <a:extLst>
              <a:ext uri="{FF2B5EF4-FFF2-40B4-BE49-F238E27FC236}">
                <a16:creationId xmlns:a16="http://schemas.microsoft.com/office/drawing/2014/main" id="{CC629801-EB9E-4B7E-84F1-3EAFBE91EB0B}"/>
              </a:ext>
            </a:extLst>
          </p:cNvPr>
          <p:cNvSpPr>
            <a:spLocks noGrp="1"/>
          </p:cNvSpPr>
          <p:nvPr/>
        </p:nvSpPr>
        <p:spPr>
          <a:xfrm>
            <a:off x="27908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5" name="E0 PE 3,4">
            <a:extLst>
              <a:ext uri="{FF2B5EF4-FFF2-40B4-BE49-F238E27FC236}">
                <a16:creationId xmlns:a16="http://schemas.microsoft.com/office/drawing/2014/main" id="{89E45D26-3D60-43A9-B5C6-9FE672F88A10}"/>
              </a:ext>
            </a:extLst>
          </p:cNvPr>
          <p:cNvSpPr>
            <a:spLocks noGrp="1"/>
          </p:cNvSpPr>
          <p:nvPr/>
        </p:nvSpPr>
        <p:spPr>
          <a:xfrm>
            <a:off x="29432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6" name="E0 PE 3,5">
            <a:extLst>
              <a:ext uri="{FF2B5EF4-FFF2-40B4-BE49-F238E27FC236}">
                <a16:creationId xmlns:a16="http://schemas.microsoft.com/office/drawing/2014/main" id="{525C091F-4F28-4352-8535-94FBE6744E0E}"/>
              </a:ext>
            </a:extLst>
          </p:cNvPr>
          <p:cNvSpPr>
            <a:spLocks noGrp="1"/>
          </p:cNvSpPr>
          <p:nvPr/>
        </p:nvSpPr>
        <p:spPr>
          <a:xfrm>
            <a:off x="30956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7" name="E0 PE 3,6">
            <a:extLst>
              <a:ext uri="{FF2B5EF4-FFF2-40B4-BE49-F238E27FC236}">
                <a16:creationId xmlns:a16="http://schemas.microsoft.com/office/drawing/2014/main" id="{C13756C0-1775-42F9-A7DA-09EC9F9758ED}"/>
              </a:ext>
            </a:extLst>
          </p:cNvPr>
          <p:cNvSpPr>
            <a:spLocks noGrp="1"/>
          </p:cNvSpPr>
          <p:nvPr/>
        </p:nvSpPr>
        <p:spPr>
          <a:xfrm>
            <a:off x="32480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8" name="E0 PE 3,7">
            <a:extLst>
              <a:ext uri="{FF2B5EF4-FFF2-40B4-BE49-F238E27FC236}">
                <a16:creationId xmlns:a16="http://schemas.microsoft.com/office/drawing/2014/main" id="{0BD2B3F9-7758-4D68-93B0-67EC5C1AD5BC}"/>
              </a:ext>
            </a:extLst>
          </p:cNvPr>
          <p:cNvSpPr>
            <a:spLocks noGrp="1"/>
          </p:cNvSpPr>
          <p:nvPr/>
        </p:nvSpPr>
        <p:spPr>
          <a:xfrm>
            <a:off x="34004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9" name="E0 PE 3,8">
            <a:extLst>
              <a:ext uri="{FF2B5EF4-FFF2-40B4-BE49-F238E27FC236}">
                <a16:creationId xmlns:a16="http://schemas.microsoft.com/office/drawing/2014/main" id="{F80BE00B-531B-4909-8198-CC95898EB52B}"/>
              </a:ext>
            </a:extLst>
          </p:cNvPr>
          <p:cNvSpPr>
            <a:spLocks noGrp="1"/>
          </p:cNvSpPr>
          <p:nvPr/>
        </p:nvSpPr>
        <p:spPr>
          <a:xfrm>
            <a:off x="35528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70" name="E0 PE 3,9">
            <a:extLst>
              <a:ext uri="{FF2B5EF4-FFF2-40B4-BE49-F238E27FC236}">
                <a16:creationId xmlns:a16="http://schemas.microsoft.com/office/drawing/2014/main" id="{786AA7E8-7B59-4306-80A5-9BE5BA74C456}"/>
              </a:ext>
            </a:extLst>
          </p:cNvPr>
          <p:cNvSpPr>
            <a:spLocks noGrp="1"/>
          </p:cNvSpPr>
          <p:nvPr/>
        </p:nvSpPr>
        <p:spPr>
          <a:xfrm>
            <a:off x="37052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71" name="E0 PE 3,10">
            <a:extLst>
              <a:ext uri="{FF2B5EF4-FFF2-40B4-BE49-F238E27FC236}">
                <a16:creationId xmlns:a16="http://schemas.microsoft.com/office/drawing/2014/main" id="{BB0E4DE9-08A2-4FD9-895B-8017AF0DCDD3}"/>
              </a:ext>
            </a:extLst>
          </p:cNvPr>
          <p:cNvSpPr>
            <a:spLocks noGrp="1"/>
          </p:cNvSpPr>
          <p:nvPr/>
        </p:nvSpPr>
        <p:spPr>
          <a:xfrm>
            <a:off x="38576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72" name="E0 PE 3,11">
            <a:extLst>
              <a:ext uri="{FF2B5EF4-FFF2-40B4-BE49-F238E27FC236}">
                <a16:creationId xmlns:a16="http://schemas.microsoft.com/office/drawing/2014/main" id="{3786B52A-AC75-41C1-A9F6-512A52D16A16}"/>
              </a:ext>
            </a:extLst>
          </p:cNvPr>
          <p:cNvSpPr>
            <a:spLocks noGrp="1"/>
          </p:cNvSpPr>
          <p:nvPr/>
        </p:nvSpPr>
        <p:spPr>
          <a:xfrm>
            <a:off x="40100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73" name="E0 PE 3,12">
            <a:extLst>
              <a:ext uri="{FF2B5EF4-FFF2-40B4-BE49-F238E27FC236}">
                <a16:creationId xmlns:a16="http://schemas.microsoft.com/office/drawing/2014/main" id="{81DC9584-FA09-4AFF-8661-B5C6330F81C2}"/>
              </a:ext>
            </a:extLst>
          </p:cNvPr>
          <p:cNvSpPr>
            <a:spLocks noGrp="1"/>
          </p:cNvSpPr>
          <p:nvPr/>
        </p:nvSpPr>
        <p:spPr>
          <a:xfrm>
            <a:off x="41624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74" name="E0 PE 3,13">
            <a:extLst>
              <a:ext uri="{FF2B5EF4-FFF2-40B4-BE49-F238E27FC236}">
                <a16:creationId xmlns:a16="http://schemas.microsoft.com/office/drawing/2014/main" id="{395BD423-986E-41C4-8169-2E5748CE7FCC}"/>
              </a:ext>
            </a:extLst>
          </p:cNvPr>
          <p:cNvSpPr>
            <a:spLocks noGrp="1"/>
          </p:cNvSpPr>
          <p:nvPr/>
        </p:nvSpPr>
        <p:spPr>
          <a:xfrm>
            <a:off x="43148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75" name="E0 PE 3,14">
            <a:extLst>
              <a:ext uri="{FF2B5EF4-FFF2-40B4-BE49-F238E27FC236}">
                <a16:creationId xmlns:a16="http://schemas.microsoft.com/office/drawing/2014/main" id="{5267D219-496D-4105-A7CD-230E35F67D68}"/>
              </a:ext>
            </a:extLst>
          </p:cNvPr>
          <p:cNvSpPr>
            <a:spLocks noGrp="1"/>
          </p:cNvSpPr>
          <p:nvPr/>
        </p:nvSpPr>
        <p:spPr>
          <a:xfrm>
            <a:off x="44672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76" name="E0 PE 3,15">
            <a:extLst>
              <a:ext uri="{FF2B5EF4-FFF2-40B4-BE49-F238E27FC236}">
                <a16:creationId xmlns:a16="http://schemas.microsoft.com/office/drawing/2014/main" id="{1F5B27F7-6E5F-4F64-A97C-AA3278FA6C9B}"/>
              </a:ext>
            </a:extLst>
          </p:cNvPr>
          <p:cNvSpPr>
            <a:spLocks noGrp="1"/>
          </p:cNvSpPr>
          <p:nvPr/>
        </p:nvSpPr>
        <p:spPr>
          <a:xfrm>
            <a:off x="46196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77" name="E0 PE 4,0">
            <a:extLst>
              <a:ext uri="{FF2B5EF4-FFF2-40B4-BE49-F238E27FC236}">
                <a16:creationId xmlns:a16="http://schemas.microsoft.com/office/drawing/2014/main" id="{F5359945-26F2-4BA5-9B1F-B61A2E2E93F7}"/>
              </a:ext>
            </a:extLst>
          </p:cNvPr>
          <p:cNvSpPr>
            <a:spLocks noGrp="1"/>
          </p:cNvSpPr>
          <p:nvPr/>
        </p:nvSpPr>
        <p:spPr>
          <a:xfrm>
            <a:off x="23336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78" name="E0 PE 4,1">
            <a:extLst>
              <a:ext uri="{FF2B5EF4-FFF2-40B4-BE49-F238E27FC236}">
                <a16:creationId xmlns:a16="http://schemas.microsoft.com/office/drawing/2014/main" id="{725C0D3D-FE8D-442E-99EA-6A496731C2EF}"/>
              </a:ext>
            </a:extLst>
          </p:cNvPr>
          <p:cNvSpPr>
            <a:spLocks noGrp="1"/>
          </p:cNvSpPr>
          <p:nvPr/>
        </p:nvSpPr>
        <p:spPr>
          <a:xfrm>
            <a:off x="24860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79" name="E0 PE 4,2">
            <a:extLst>
              <a:ext uri="{FF2B5EF4-FFF2-40B4-BE49-F238E27FC236}">
                <a16:creationId xmlns:a16="http://schemas.microsoft.com/office/drawing/2014/main" id="{3E04E7BA-34F1-41EA-965D-5AF58E1D475C}"/>
              </a:ext>
            </a:extLst>
          </p:cNvPr>
          <p:cNvSpPr>
            <a:spLocks noGrp="1"/>
          </p:cNvSpPr>
          <p:nvPr/>
        </p:nvSpPr>
        <p:spPr>
          <a:xfrm>
            <a:off x="26384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80" name="E0 PE 4,3">
            <a:extLst>
              <a:ext uri="{FF2B5EF4-FFF2-40B4-BE49-F238E27FC236}">
                <a16:creationId xmlns:a16="http://schemas.microsoft.com/office/drawing/2014/main" id="{B5D218F4-CCA8-4E11-AAC8-14945DD22B58}"/>
              </a:ext>
            </a:extLst>
          </p:cNvPr>
          <p:cNvSpPr>
            <a:spLocks noGrp="1"/>
          </p:cNvSpPr>
          <p:nvPr/>
        </p:nvSpPr>
        <p:spPr>
          <a:xfrm>
            <a:off x="27908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81" name="E0 PE 4,4">
            <a:extLst>
              <a:ext uri="{FF2B5EF4-FFF2-40B4-BE49-F238E27FC236}">
                <a16:creationId xmlns:a16="http://schemas.microsoft.com/office/drawing/2014/main" id="{A3917E2A-FD70-464A-8FD9-B96CAF0E34CF}"/>
              </a:ext>
            </a:extLst>
          </p:cNvPr>
          <p:cNvSpPr>
            <a:spLocks noGrp="1"/>
          </p:cNvSpPr>
          <p:nvPr/>
        </p:nvSpPr>
        <p:spPr>
          <a:xfrm>
            <a:off x="29432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82" name="E0 PE 4,5">
            <a:extLst>
              <a:ext uri="{FF2B5EF4-FFF2-40B4-BE49-F238E27FC236}">
                <a16:creationId xmlns:a16="http://schemas.microsoft.com/office/drawing/2014/main" id="{3A88D368-58BF-401C-8D55-4CC71DB26960}"/>
              </a:ext>
            </a:extLst>
          </p:cNvPr>
          <p:cNvSpPr>
            <a:spLocks noGrp="1"/>
          </p:cNvSpPr>
          <p:nvPr/>
        </p:nvSpPr>
        <p:spPr>
          <a:xfrm>
            <a:off x="30956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83" name="E0 PE 4,6">
            <a:extLst>
              <a:ext uri="{FF2B5EF4-FFF2-40B4-BE49-F238E27FC236}">
                <a16:creationId xmlns:a16="http://schemas.microsoft.com/office/drawing/2014/main" id="{2D9C5283-90F5-4D4B-8F29-875A67DC1F3D}"/>
              </a:ext>
            </a:extLst>
          </p:cNvPr>
          <p:cNvSpPr>
            <a:spLocks noGrp="1"/>
          </p:cNvSpPr>
          <p:nvPr/>
        </p:nvSpPr>
        <p:spPr>
          <a:xfrm>
            <a:off x="32480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84" name="E0 PE 4,7">
            <a:extLst>
              <a:ext uri="{FF2B5EF4-FFF2-40B4-BE49-F238E27FC236}">
                <a16:creationId xmlns:a16="http://schemas.microsoft.com/office/drawing/2014/main" id="{40DFFCEA-03CD-4171-A463-500EC1FC4E0F}"/>
              </a:ext>
            </a:extLst>
          </p:cNvPr>
          <p:cNvSpPr>
            <a:spLocks noGrp="1"/>
          </p:cNvSpPr>
          <p:nvPr/>
        </p:nvSpPr>
        <p:spPr>
          <a:xfrm>
            <a:off x="34004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85" name="E0 PE 4,8">
            <a:extLst>
              <a:ext uri="{FF2B5EF4-FFF2-40B4-BE49-F238E27FC236}">
                <a16:creationId xmlns:a16="http://schemas.microsoft.com/office/drawing/2014/main" id="{4B5D8DB6-BC4A-45B7-AA80-8D0B58C3618B}"/>
              </a:ext>
            </a:extLst>
          </p:cNvPr>
          <p:cNvSpPr>
            <a:spLocks noGrp="1"/>
          </p:cNvSpPr>
          <p:nvPr/>
        </p:nvSpPr>
        <p:spPr>
          <a:xfrm>
            <a:off x="35528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86" name="E0 PE 4,9">
            <a:extLst>
              <a:ext uri="{FF2B5EF4-FFF2-40B4-BE49-F238E27FC236}">
                <a16:creationId xmlns:a16="http://schemas.microsoft.com/office/drawing/2014/main" id="{CD0956F9-E4E3-4AFA-BDB2-155352C8C6C7}"/>
              </a:ext>
            </a:extLst>
          </p:cNvPr>
          <p:cNvSpPr>
            <a:spLocks noGrp="1"/>
          </p:cNvSpPr>
          <p:nvPr/>
        </p:nvSpPr>
        <p:spPr>
          <a:xfrm>
            <a:off x="37052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87" name="E0 PE 4,10">
            <a:extLst>
              <a:ext uri="{FF2B5EF4-FFF2-40B4-BE49-F238E27FC236}">
                <a16:creationId xmlns:a16="http://schemas.microsoft.com/office/drawing/2014/main" id="{E88CA46A-8E67-4B3C-A038-D89C4AC95502}"/>
              </a:ext>
            </a:extLst>
          </p:cNvPr>
          <p:cNvSpPr>
            <a:spLocks noGrp="1"/>
          </p:cNvSpPr>
          <p:nvPr/>
        </p:nvSpPr>
        <p:spPr>
          <a:xfrm>
            <a:off x="38576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88" name="E0 PE 4,11">
            <a:extLst>
              <a:ext uri="{FF2B5EF4-FFF2-40B4-BE49-F238E27FC236}">
                <a16:creationId xmlns:a16="http://schemas.microsoft.com/office/drawing/2014/main" id="{CF3F959A-3F22-4527-92BF-5D2515D19AF7}"/>
              </a:ext>
            </a:extLst>
          </p:cNvPr>
          <p:cNvSpPr>
            <a:spLocks noGrp="1"/>
          </p:cNvSpPr>
          <p:nvPr/>
        </p:nvSpPr>
        <p:spPr>
          <a:xfrm>
            <a:off x="40100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89" name="E0 PE 4,12">
            <a:extLst>
              <a:ext uri="{FF2B5EF4-FFF2-40B4-BE49-F238E27FC236}">
                <a16:creationId xmlns:a16="http://schemas.microsoft.com/office/drawing/2014/main" id="{D7614151-4A61-4D38-8D98-0326757F8C4E}"/>
              </a:ext>
            </a:extLst>
          </p:cNvPr>
          <p:cNvSpPr>
            <a:spLocks noGrp="1"/>
          </p:cNvSpPr>
          <p:nvPr/>
        </p:nvSpPr>
        <p:spPr>
          <a:xfrm>
            <a:off x="41624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0" name="E0 PE 4,13">
            <a:extLst>
              <a:ext uri="{FF2B5EF4-FFF2-40B4-BE49-F238E27FC236}">
                <a16:creationId xmlns:a16="http://schemas.microsoft.com/office/drawing/2014/main" id="{701849A7-8CC0-44B7-88E7-73694A89CC90}"/>
              </a:ext>
            </a:extLst>
          </p:cNvPr>
          <p:cNvSpPr>
            <a:spLocks noGrp="1"/>
          </p:cNvSpPr>
          <p:nvPr/>
        </p:nvSpPr>
        <p:spPr>
          <a:xfrm>
            <a:off x="43148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1" name="E0 PE 4,14">
            <a:extLst>
              <a:ext uri="{FF2B5EF4-FFF2-40B4-BE49-F238E27FC236}">
                <a16:creationId xmlns:a16="http://schemas.microsoft.com/office/drawing/2014/main" id="{2A23FF23-D3DC-4E8A-BFCD-4DDD8EF6A09E}"/>
              </a:ext>
            </a:extLst>
          </p:cNvPr>
          <p:cNvSpPr>
            <a:spLocks noGrp="1"/>
          </p:cNvSpPr>
          <p:nvPr/>
        </p:nvSpPr>
        <p:spPr>
          <a:xfrm>
            <a:off x="44672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2" name="E0 PE 4,15">
            <a:extLst>
              <a:ext uri="{FF2B5EF4-FFF2-40B4-BE49-F238E27FC236}">
                <a16:creationId xmlns:a16="http://schemas.microsoft.com/office/drawing/2014/main" id="{0DF0892E-C299-4F82-9AB3-2C7FC8FAFC2C}"/>
              </a:ext>
            </a:extLst>
          </p:cNvPr>
          <p:cNvSpPr>
            <a:spLocks noGrp="1"/>
          </p:cNvSpPr>
          <p:nvPr/>
        </p:nvSpPr>
        <p:spPr>
          <a:xfrm>
            <a:off x="46196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3" name="E0 PE 5,0">
            <a:extLst>
              <a:ext uri="{FF2B5EF4-FFF2-40B4-BE49-F238E27FC236}">
                <a16:creationId xmlns:a16="http://schemas.microsoft.com/office/drawing/2014/main" id="{59309829-333C-4903-95D3-C0413002A571}"/>
              </a:ext>
            </a:extLst>
          </p:cNvPr>
          <p:cNvSpPr>
            <a:spLocks noGrp="1"/>
          </p:cNvSpPr>
          <p:nvPr/>
        </p:nvSpPr>
        <p:spPr>
          <a:xfrm>
            <a:off x="23336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4" name="E0 PE 5,1">
            <a:extLst>
              <a:ext uri="{FF2B5EF4-FFF2-40B4-BE49-F238E27FC236}">
                <a16:creationId xmlns:a16="http://schemas.microsoft.com/office/drawing/2014/main" id="{BFD9ACB8-C1FD-4B99-B772-18D311341B7D}"/>
              </a:ext>
            </a:extLst>
          </p:cNvPr>
          <p:cNvSpPr>
            <a:spLocks noGrp="1"/>
          </p:cNvSpPr>
          <p:nvPr/>
        </p:nvSpPr>
        <p:spPr>
          <a:xfrm>
            <a:off x="24860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5" name="E0 PE 5,2">
            <a:extLst>
              <a:ext uri="{FF2B5EF4-FFF2-40B4-BE49-F238E27FC236}">
                <a16:creationId xmlns:a16="http://schemas.microsoft.com/office/drawing/2014/main" id="{788C7447-38C6-464D-A5D1-8B498CC6B19C}"/>
              </a:ext>
            </a:extLst>
          </p:cNvPr>
          <p:cNvSpPr>
            <a:spLocks noGrp="1"/>
          </p:cNvSpPr>
          <p:nvPr/>
        </p:nvSpPr>
        <p:spPr>
          <a:xfrm>
            <a:off x="26384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6" name="E0 PE 5,3">
            <a:extLst>
              <a:ext uri="{FF2B5EF4-FFF2-40B4-BE49-F238E27FC236}">
                <a16:creationId xmlns:a16="http://schemas.microsoft.com/office/drawing/2014/main" id="{4166E94F-3ACB-446F-96D4-60534C8B9916}"/>
              </a:ext>
            </a:extLst>
          </p:cNvPr>
          <p:cNvSpPr>
            <a:spLocks noGrp="1"/>
          </p:cNvSpPr>
          <p:nvPr/>
        </p:nvSpPr>
        <p:spPr>
          <a:xfrm>
            <a:off x="27908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7" name="E0 PE 5,4">
            <a:extLst>
              <a:ext uri="{FF2B5EF4-FFF2-40B4-BE49-F238E27FC236}">
                <a16:creationId xmlns:a16="http://schemas.microsoft.com/office/drawing/2014/main" id="{5185E391-7DFB-4B86-AB45-5231F29673DE}"/>
              </a:ext>
            </a:extLst>
          </p:cNvPr>
          <p:cNvSpPr>
            <a:spLocks noGrp="1"/>
          </p:cNvSpPr>
          <p:nvPr/>
        </p:nvSpPr>
        <p:spPr>
          <a:xfrm>
            <a:off x="29432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8" name="E0 PE 5,5">
            <a:extLst>
              <a:ext uri="{FF2B5EF4-FFF2-40B4-BE49-F238E27FC236}">
                <a16:creationId xmlns:a16="http://schemas.microsoft.com/office/drawing/2014/main" id="{478AFCB2-ECDA-4F8A-A0D0-DF969E4E8CC3}"/>
              </a:ext>
            </a:extLst>
          </p:cNvPr>
          <p:cNvSpPr>
            <a:spLocks noGrp="1"/>
          </p:cNvSpPr>
          <p:nvPr/>
        </p:nvSpPr>
        <p:spPr>
          <a:xfrm>
            <a:off x="30956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9" name="E0 PE 5,6">
            <a:extLst>
              <a:ext uri="{FF2B5EF4-FFF2-40B4-BE49-F238E27FC236}">
                <a16:creationId xmlns:a16="http://schemas.microsoft.com/office/drawing/2014/main" id="{CB0253AF-4026-416F-B857-7B73F9101328}"/>
              </a:ext>
            </a:extLst>
          </p:cNvPr>
          <p:cNvSpPr>
            <a:spLocks noGrp="1"/>
          </p:cNvSpPr>
          <p:nvPr/>
        </p:nvSpPr>
        <p:spPr>
          <a:xfrm>
            <a:off x="32480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00" name="E0 PE 5,7">
            <a:extLst>
              <a:ext uri="{FF2B5EF4-FFF2-40B4-BE49-F238E27FC236}">
                <a16:creationId xmlns:a16="http://schemas.microsoft.com/office/drawing/2014/main" id="{23EF0486-5CA7-4E00-AD75-6CE9A0E21916}"/>
              </a:ext>
            </a:extLst>
          </p:cNvPr>
          <p:cNvSpPr>
            <a:spLocks noGrp="1"/>
          </p:cNvSpPr>
          <p:nvPr/>
        </p:nvSpPr>
        <p:spPr>
          <a:xfrm>
            <a:off x="34004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01" name="E0 PE 5,8">
            <a:extLst>
              <a:ext uri="{FF2B5EF4-FFF2-40B4-BE49-F238E27FC236}">
                <a16:creationId xmlns:a16="http://schemas.microsoft.com/office/drawing/2014/main" id="{1EA4E2C5-6BF6-4163-8BD4-A48BE559BA91}"/>
              </a:ext>
            </a:extLst>
          </p:cNvPr>
          <p:cNvSpPr>
            <a:spLocks noGrp="1"/>
          </p:cNvSpPr>
          <p:nvPr/>
        </p:nvSpPr>
        <p:spPr>
          <a:xfrm>
            <a:off x="35528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02" name="E0 PE 5,9">
            <a:extLst>
              <a:ext uri="{FF2B5EF4-FFF2-40B4-BE49-F238E27FC236}">
                <a16:creationId xmlns:a16="http://schemas.microsoft.com/office/drawing/2014/main" id="{5FC1B280-2660-469E-93E5-6EF28B0920EE}"/>
              </a:ext>
            </a:extLst>
          </p:cNvPr>
          <p:cNvSpPr>
            <a:spLocks noGrp="1"/>
          </p:cNvSpPr>
          <p:nvPr/>
        </p:nvSpPr>
        <p:spPr>
          <a:xfrm>
            <a:off x="37052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03" name="E0 PE 5,10">
            <a:extLst>
              <a:ext uri="{FF2B5EF4-FFF2-40B4-BE49-F238E27FC236}">
                <a16:creationId xmlns:a16="http://schemas.microsoft.com/office/drawing/2014/main" id="{ECD8A144-2CFE-4847-AE63-16C762D2CF96}"/>
              </a:ext>
            </a:extLst>
          </p:cNvPr>
          <p:cNvSpPr>
            <a:spLocks noGrp="1"/>
          </p:cNvSpPr>
          <p:nvPr/>
        </p:nvSpPr>
        <p:spPr>
          <a:xfrm>
            <a:off x="38576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04" name="E0 PE 5,11">
            <a:extLst>
              <a:ext uri="{FF2B5EF4-FFF2-40B4-BE49-F238E27FC236}">
                <a16:creationId xmlns:a16="http://schemas.microsoft.com/office/drawing/2014/main" id="{3A9B787E-271E-472C-A8CA-656225E778BF}"/>
              </a:ext>
            </a:extLst>
          </p:cNvPr>
          <p:cNvSpPr>
            <a:spLocks noGrp="1"/>
          </p:cNvSpPr>
          <p:nvPr/>
        </p:nvSpPr>
        <p:spPr>
          <a:xfrm>
            <a:off x="40100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05" name="E0 PE 5,12">
            <a:extLst>
              <a:ext uri="{FF2B5EF4-FFF2-40B4-BE49-F238E27FC236}">
                <a16:creationId xmlns:a16="http://schemas.microsoft.com/office/drawing/2014/main" id="{EF6F8E72-7573-49E5-A3C6-C216F6068724}"/>
              </a:ext>
            </a:extLst>
          </p:cNvPr>
          <p:cNvSpPr>
            <a:spLocks noGrp="1"/>
          </p:cNvSpPr>
          <p:nvPr/>
        </p:nvSpPr>
        <p:spPr>
          <a:xfrm>
            <a:off x="41624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06" name="E0 PE 5,13">
            <a:extLst>
              <a:ext uri="{FF2B5EF4-FFF2-40B4-BE49-F238E27FC236}">
                <a16:creationId xmlns:a16="http://schemas.microsoft.com/office/drawing/2014/main" id="{94477EF6-2BB7-4D13-9AC4-5EFC366C08A9}"/>
              </a:ext>
            </a:extLst>
          </p:cNvPr>
          <p:cNvSpPr>
            <a:spLocks noGrp="1"/>
          </p:cNvSpPr>
          <p:nvPr/>
        </p:nvSpPr>
        <p:spPr>
          <a:xfrm>
            <a:off x="43148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07" name="E0 PE 5,14">
            <a:extLst>
              <a:ext uri="{FF2B5EF4-FFF2-40B4-BE49-F238E27FC236}">
                <a16:creationId xmlns:a16="http://schemas.microsoft.com/office/drawing/2014/main" id="{FF05ADA2-6604-4C79-824D-5F54FCF7DFC9}"/>
              </a:ext>
            </a:extLst>
          </p:cNvPr>
          <p:cNvSpPr>
            <a:spLocks noGrp="1"/>
          </p:cNvSpPr>
          <p:nvPr/>
        </p:nvSpPr>
        <p:spPr>
          <a:xfrm>
            <a:off x="44672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08" name="E0 PE 5,15">
            <a:extLst>
              <a:ext uri="{FF2B5EF4-FFF2-40B4-BE49-F238E27FC236}">
                <a16:creationId xmlns:a16="http://schemas.microsoft.com/office/drawing/2014/main" id="{BD0C5B85-0534-4B3D-8395-096CF7A8837E}"/>
              </a:ext>
            </a:extLst>
          </p:cNvPr>
          <p:cNvSpPr>
            <a:spLocks noGrp="1"/>
          </p:cNvSpPr>
          <p:nvPr/>
        </p:nvSpPr>
        <p:spPr>
          <a:xfrm>
            <a:off x="46196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09" name="E0 PE 6,0">
            <a:extLst>
              <a:ext uri="{FF2B5EF4-FFF2-40B4-BE49-F238E27FC236}">
                <a16:creationId xmlns:a16="http://schemas.microsoft.com/office/drawing/2014/main" id="{A8225D50-720B-402A-AE44-ED90A0B67B57}"/>
              </a:ext>
            </a:extLst>
          </p:cNvPr>
          <p:cNvSpPr>
            <a:spLocks noGrp="1"/>
          </p:cNvSpPr>
          <p:nvPr/>
        </p:nvSpPr>
        <p:spPr>
          <a:xfrm>
            <a:off x="23336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10" name="E0 PE 6,1">
            <a:extLst>
              <a:ext uri="{FF2B5EF4-FFF2-40B4-BE49-F238E27FC236}">
                <a16:creationId xmlns:a16="http://schemas.microsoft.com/office/drawing/2014/main" id="{A9EE3B7F-E5D9-43CD-9038-C0B5F1C16890}"/>
              </a:ext>
            </a:extLst>
          </p:cNvPr>
          <p:cNvSpPr>
            <a:spLocks noGrp="1"/>
          </p:cNvSpPr>
          <p:nvPr/>
        </p:nvSpPr>
        <p:spPr>
          <a:xfrm>
            <a:off x="24860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11" name="E0 PE 6,2">
            <a:extLst>
              <a:ext uri="{FF2B5EF4-FFF2-40B4-BE49-F238E27FC236}">
                <a16:creationId xmlns:a16="http://schemas.microsoft.com/office/drawing/2014/main" id="{19A7967C-2358-4E1A-A46C-9371001C54CE}"/>
              </a:ext>
            </a:extLst>
          </p:cNvPr>
          <p:cNvSpPr>
            <a:spLocks noGrp="1"/>
          </p:cNvSpPr>
          <p:nvPr/>
        </p:nvSpPr>
        <p:spPr>
          <a:xfrm>
            <a:off x="26384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12" name="E0 PE 6,3">
            <a:extLst>
              <a:ext uri="{FF2B5EF4-FFF2-40B4-BE49-F238E27FC236}">
                <a16:creationId xmlns:a16="http://schemas.microsoft.com/office/drawing/2014/main" id="{B15D9609-16E1-4287-9029-4ECDBD8506B4}"/>
              </a:ext>
            </a:extLst>
          </p:cNvPr>
          <p:cNvSpPr>
            <a:spLocks noGrp="1"/>
          </p:cNvSpPr>
          <p:nvPr/>
        </p:nvSpPr>
        <p:spPr>
          <a:xfrm>
            <a:off x="27908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13" name="E0 PE 6,4">
            <a:extLst>
              <a:ext uri="{FF2B5EF4-FFF2-40B4-BE49-F238E27FC236}">
                <a16:creationId xmlns:a16="http://schemas.microsoft.com/office/drawing/2014/main" id="{2B151C88-F8FF-4C6A-8A22-9449F18597E2}"/>
              </a:ext>
            </a:extLst>
          </p:cNvPr>
          <p:cNvSpPr>
            <a:spLocks noGrp="1"/>
          </p:cNvSpPr>
          <p:nvPr/>
        </p:nvSpPr>
        <p:spPr>
          <a:xfrm>
            <a:off x="29432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14" name="E0 PE 6,5">
            <a:extLst>
              <a:ext uri="{FF2B5EF4-FFF2-40B4-BE49-F238E27FC236}">
                <a16:creationId xmlns:a16="http://schemas.microsoft.com/office/drawing/2014/main" id="{D4841A9D-9300-4337-9B5C-82AAECA3DEF5}"/>
              </a:ext>
            </a:extLst>
          </p:cNvPr>
          <p:cNvSpPr>
            <a:spLocks noGrp="1"/>
          </p:cNvSpPr>
          <p:nvPr/>
        </p:nvSpPr>
        <p:spPr>
          <a:xfrm>
            <a:off x="30956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15" name="E0 PE 6,6">
            <a:extLst>
              <a:ext uri="{FF2B5EF4-FFF2-40B4-BE49-F238E27FC236}">
                <a16:creationId xmlns:a16="http://schemas.microsoft.com/office/drawing/2014/main" id="{B69EDDF8-F858-4E00-8C2B-D7C423414D61}"/>
              </a:ext>
            </a:extLst>
          </p:cNvPr>
          <p:cNvSpPr>
            <a:spLocks noGrp="1"/>
          </p:cNvSpPr>
          <p:nvPr/>
        </p:nvSpPr>
        <p:spPr>
          <a:xfrm>
            <a:off x="32480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16" name="E0 PE 6,7">
            <a:extLst>
              <a:ext uri="{FF2B5EF4-FFF2-40B4-BE49-F238E27FC236}">
                <a16:creationId xmlns:a16="http://schemas.microsoft.com/office/drawing/2014/main" id="{5F24B8FD-99B7-45A2-A306-3DD18AA5D916}"/>
              </a:ext>
            </a:extLst>
          </p:cNvPr>
          <p:cNvSpPr>
            <a:spLocks noGrp="1"/>
          </p:cNvSpPr>
          <p:nvPr/>
        </p:nvSpPr>
        <p:spPr>
          <a:xfrm>
            <a:off x="34004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17" name="E0 PE 6,8">
            <a:extLst>
              <a:ext uri="{FF2B5EF4-FFF2-40B4-BE49-F238E27FC236}">
                <a16:creationId xmlns:a16="http://schemas.microsoft.com/office/drawing/2014/main" id="{F36C29BC-8246-40EF-8F3B-EAF569C3D5D2}"/>
              </a:ext>
            </a:extLst>
          </p:cNvPr>
          <p:cNvSpPr>
            <a:spLocks noGrp="1"/>
          </p:cNvSpPr>
          <p:nvPr/>
        </p:nvSpPr>
        <p:spPr>
          <a:xfrm>
            <a:off x="35528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18" name="E0 PE 6,9">
            <a:extLst>
              <a:ext uri="{FF2B5EF4-FFF2-40B4-BE49-F238E27FC236}">
                <a16:creationId xmlns:a16="http://schemas.microsoft.com/office/drawing/2014/main" id="{C7AB041D-E744-4E37-A6A2-6FAFA72D7316}"/>
              </a:ext>
            </a:extLst>
          </p:cNvPr>
          <p:cNvSpPr>
            <a:spLocks noGrp="1"/>
          </p:cNvSpPr>
          <p:nvPr/>
        </p:nvSpPr>
        <p:spPr>
          <a:xfrm>
            <a:off x="37052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19" name="E0 PE 6,10">
            <a:extLst>
              <a:ext uri="{FF2B5EF4-FFF2-40B4-BE49-F238E27FC236}">
                <a16:creationId xmlns:a16="http://schemas.microsoft.com/office/drawing/2014/main" id="{35849BD2-FB2A-4A2B-9CF2-5B6642CAFD7B}"/>
              </a:ext>
            </a:extLst>
          </p:cNvPr>
          <p:cNvSpPr>
            <a:spLocks noGrp="1"/>
          </p:cNvSpPr>
          <p:nvPr/>
        </p:nvSpPr>
        <p:spPr>
          <a:xfrm>
            <a:off x="38576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0" name="E0 PE 6,11">
            <a:extLst>
              <a:ext uri="{FF2B5EF4-FFF2-40B4-BE49-F238E27FC236}">
                <a16:creationId xmlns:a16="http://schemas.microsoft.com/office/drawing/2014/main" id="{970011BD-FC85-410B-BAF3-A577DC26E4C5}"/>
              </a:ext>
            </a:extLst>
          </p:cNvPr>
          <p:cNvSpPr>
            <a:spLocks noGrp="1"/>
          </p:cNvSpPr>
          <p:nvPr/>
        </p:nvSpPr>
        <p:spPr>
          <a:xfrm>
            <a:off x="40100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1" name="E0 PE 6,12">
            <a:extLst>
              <a:ext uri="{FF2B5EF4-FFF2-40B4-BE49-F238E27FC236}">
                <a16:creationId xmlns:a16="http://schemas.microsoft.com/office/drawing/2014/main" id="{0794818A-62BE-4158-877F-2B9708C4120A}"/>
              </a:ext>
            </a:extLst>
          </p:cNvPr>
          <p:cNvSpPr>
            <a:spLocks noGrp="1"/>
          </p:cNvSpPr>
          <p:nvPr/>
        </p:nvSpPr>
        <p:spPr>
          <a:xfrm>
            <a:off x="41624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2" name="E0 PE 6,13">
            <a:extLst>
              <a:ext uri="{FF2B5EF4-FFF2-40B4-BE49-F238E27FC236}">
                <a16:creationId xmlns:a16="http://schemas.microsoft.com/office/drawing/2014/main" id="{3EED0AD0-2A9C-48B2-8509-07734A957E98}"/>
              </a:ext>
            </a:extLst>
          </p:cNvPr>
          <p:cNvSpPr>
            <a:spLocks noGrp="1"/>
          </p:cNvSpPr>
          <p:nvPr/>
        </p:nvSpPr>
        <p:spPr>
          <a:xfrm>
            <a:off x="43148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3" name="E0 PE 6,14">
            <a:extLst>
              <a:ext uri="{FF2B5EF4-FFF2-40B4-BE49-F238E27FC236}">
                <a16:creationId xmlns:a16="http://schemas.microsoft.com/office/drawing/2014/main" id="{42CD436F-D13D-4EDA-B469-CD25772E2AA1}"/>
              </a:ext>
            </a:extLst>
          </p:cNvPr>
          <p:cNvSpPr>
            <a:spLocks noGrp="1"/>
          </p:cNvSpPr>
          <p:nvPr/>
        </p:nvSpPr>
        <p:spPr>
          <a:xfrm>
            <a:off x="4467225" y="5534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4" name="E0 PE 6,15">
            <a:extLst>
              <a:ext uri="{FF2B5EF4-FFF2-40B4-BE49-F238E27FC236}">
                <a16:creationId xmlns:a16="http://schemas.microsoft.com/office/drawing/2014/main" id="{5957D243-D902-4CFB-B214-1CBF2D96B29D}"/>
              </a:ext>
            </a:extLst>
          </p:cNvPr>
          <p:cNvSpPr>
            <a:spLocks noGrp="1"/>
          </p:cNvSpPr>
          <p:nvPr/>
        </p:nvSpPr>
        <p:spPr>
          <a:xfrm>
            <a:off x="4619625" y="5534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5" name="E0 PE 7,0">
            <a:extLst>
              <a:ext uri="{FF2B5EF4-FFF2-40B4-BE49-F238E27FC236}">
                <a16:creationId xmlns:a16="http://schemas.microsoft.com/office/drawing/2014/main" id="{8E1F8705-64DC-4362-916E-AD98E42F9297}"/>
              </a:ext>
            </a:extLst>
          </p:cNvPr>
          <p:cNvSpPr>
            <a:spLocks noGrp="1"/>
          </p:cNvSpPr>
          <p:nvPr/>
        </p:nvSpPr>
        <p:spPr>
          <a:xfrm>
            <a:off x="23336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6" name="E0 PE 7,1">
            <a:extLst>
              <a:ext uri="{FF2B5EF4-FFF2-40B4-BE49-F238E27FC236}">
                <a16:creationId xmlns:a16="http://schemas.microsoft.com/office/drawing/2014/main" id="{E24CC638-34C6-4747-A9CA-FF156B79C017}"/>
              </a:ext>
            </a:extLst>
          </p:cNvPr>
          <p:cNvSpPr>
            <a:spLocks noGrp="1"/>
          </p:cNvSpPr>
          <p:nvPr/>
        </p:nvSpPr>
        <p:spPr>
          <a:xfrm>
            <a:off x="24860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7" name="E0 PE 7,2">
            <a:extLst>
              <a:ext uri="{FF2B5EF4-FFF2-40B4-BE49-F238E27FC236}">
                <a16:creationId xmlns:a16="http://schemas.microsoft.com/office/drawing/2014/main" id="{80B095AE-8340-4C1D-900E-77AED4A91C8E}"/>
              </a:ext>
            </a:extLst>
          </p:cNvPr>
          <p:cNvSpPr>
            <a:spLocks noGrp="1"/>
          </p:cNvSpPr>
          <p:nvPr/>
        </p:nvSpPr>
        <p:spPr>
          <a:xfrm>
            <a:off x="26384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8" name="E0 PE 7,3">
            <a:extLst>
              <a:ext uri="{FF2B5EF4-FFF2-40B4-BE49-F238E27FC236}">
                <a16:creationId xmlns:a16="http://schemas.microsoft.com/office/drawing/2014/main" id="{93FE3D90-F095-4CCD-B64B-548F56C707D3}"/>
              </a:ext>
            </a:extLst>
          </p:cNvPr>
          <p:cNvSpPr>
            <a:spLocks noGrp="1"/>
          </p:cNvSpPr>
          <p:nvPr/>
        </p:nvSpPr>
        <p:spPr>
          <a:xfrm>
            <a:off x="27908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29" name="E0 PE 7,4">
            <a:extLst>
              <a:ext uri="{FF2B5EF4-FFF2-40B4-BE49-F238E27FC236}">
                <a16:creationId xmlns:a16="http://schemas.microsoft.com/office/drawing/2014/main" id="{30E4A697-0D28-4C35-9CDA-DDAA80925E18}"/>
              </a:ext>
            </a:extLst>
          </p:cNvPr>
          <p:cNvSpPr>
            <a:spLocks noGrp="1"/>
          </p:cNvSpPr>
          <p:nvPr/>
        </p:nvSpPr>
        <p:spPr>
          <a:xfrm>
            <a:off x="29432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0" name="E0 PE 7,5">
            <a:extLst>
              <a:ext uri="{FF2B5EF4-FFF2-40B4-BE49-F238E27FC236}">
                <a16:creationId xmlns:a16="http://schemas.microsoft.com/office/drawing/2014/main" id="{B0B18EE1-CE39-4572-A9E8-47F868EFB3AC}"/>
              </a:ext>
            </a:extLst>
          </p:cNvPr>
          <p:cNvSpPr>
            <a:spLocks noGrp="1"/>
          </p:cNvSpPr>
          <p:nvPr/>
        </p:nvSpPr>
        <p:spPr>
          <a:xfrm>
            <a:off x="30956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1" name="E0 PE 7,6">
            <a:extLst>
              <a:ext uri="{FF2B5EF4-FFF2-40B4-BE49-F238E27FC236}">
                <a16:creationId xmlns:a16="http://schemas.microsoft.com/office/drawing/2014/main" id="{E16086B3-39B9-4D1B-A2A6-FC17E9BE5CA1}"/>
              </a:ext>
            </a:extLst>
          </p:cNvPr>
          <p:cNvSpPr>
            <a:spLocks noGrp="1"/>
          </p:cNvSpPr>
          <p:nvPr/>
        </p:nvSpPr>
        <p:spPr>
          <a:xfrm>
            <a:off x="32480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2" name="E0 PE 7,7">
            <a:extLst>
              <a:ext uri="{FF2B5EF4-FFF2-40B4-BE49-F238E27FC236}">
                <a16:creationId xmlns:a16="http://schemas.microsoft.com/office/drawing/2014/main" id="{7EB0D9E9-CBD3-4FEE-A3CA-B7C074B6E776}"/>
              </a:ext>
            </a:extLst>
          </p:cNvPr>
          <p:cNvSpPr>
            <a:spLocks noGrp="1"/>
          </p:cNvSpPr>
          <p:nvPr/>
        </p:nvSpPr>
        <p:spPr>
          <a:xfrm>
            <a:off x="34004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3" name="E0 PE 7,8">
            <a:extLst>
              <a:ext uri="{FF2B5EF4-FFF2-40B4-BE49-F238E27FC236}">
                <a16:creationId xmlns:a16="http://schemas.microsoft.com/office/drawing/2014/main" id="{B7A5A15A-5D31-49CA-AAEF-ED0A97F80A18}"/>
              </a:ext>
            </a:extLst>
          </p:cNvPr>
          <p:cNvSpPr>
            <a:spLocks noGrp="1"/>
          </p:cNvSpPr>
          <p:nvPr/>
        </p:nvSpPr>
        <p:spPr>
          <a:xfrm>
            <a:off x="35528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4" name="E0 PE 7,9">
            <a:extLst>
              <a:ext uri="{FF2B5EF4-FFF2-40B4-BE49-F238E27FC236}">
                <a16:creationId xmlns:a16="http://schemas.microsoft.com/office/drawing/2014/main" id="{260538BD-8ECB-4791-81E1-31B0B592B834}"/>
              </a:ext>
            </a:extLst>
          </p:cNvPr>
          <p:cNvSpPr>
            <a:spLocks noGrp="1"/>
          </p:cNvSpPr>
          <p:nvPr/>
        </p:nvSpPr>
        <p:spPr>
          <a:xfrm>
            <a:off x="37052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5" name="E0 PE 7,10">
            <a:extLst>
              <a:ext uri="{FF2B5EF4-FFF2-40B4-BE49-F238E27FC236}">
                <a16:creationId xmlns:a16="http://schemas.microsoft.com/office/drawing/2014/main" id="{4ED0AB0D-02EF-404C-BB81-5BEF299D1653}"/>
              </a:ext>
            </a:extLst>
          </p:cNvPr>
          <p:cNvSpPr>
            <a:spLocks noGrp="1"/>
          </p:cNvSpPr>
          <p:nvPr/>
        </p:nvSpPr>
        <p:spPr>
          <a:xfrm>
            <a:off x="38576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6" name="E0 PE 7,11">
            <a:extLst>
              <a:ext uri="{FF2B5EF4-FFF2-40B4-BE49-F238E27FC236}">
                <a16:creationId xmlns:a16="http://schemas.microsoft.com/office/drawing/2014/main" id="{32E6933A-C81A-4238-83E8-84220507F58E}"/>
              </a:ext>
            </a:extLst>
          </p:cNvPr>
          <p:cNvSpPr>
            <a:spLocks noGrp="1"/>
          </p:cNvSpPr>
          <p:nvPr/>
        </p:nvSpPr>
        <p:spPr>
          <a:xfrm>
            <a:off x="40100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7" name="E0 PE 7,12">
            <a:extLst>
              <a:ext uri="{FF2B5EF4-FFF2-40B4-BE49-F238E27FC236}">
                <a16:creationId xmlns:a16="http://schemas.microsoft.com/office/drawing/2014/main" id="{2E0C1C8B-861C-490A-BA74-20F8B4F2842D}"/>
              </a:ext>
            </a:extLst>
          </p:cNvPr>
          <p:cNvSpPr>
            <a:spLocks noGrp="1"/>
          </p:cNvSpPr>
          <p:nvPr/>
        </p:nvSpPr>
        <p:spPr>
          <a:xfrm>
            <a:off x="41624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8" name="E0 PE 7,13">
            <a:extLst>
              <a:ext uri="{FF2B5EF4-FFF2-40B4-BE49-F238E27FC236}">
                <a16:creationId xmlns:a16="http://schemas.microsoft.com/office/drawing/2014/main" id="{61930460-100E-4856-8E89-350604D52172}"/>
              </a:ext>
            </a:extLst>
          </p:cNvPr>
          <p:cNvSpPr>
            <a:spLocks noGrp="1"/>
          </p:cNvSpPr>
          <p:nvPr/>
        </p:nvSpPr>
        <p:spPr>
          <a:xfrm>
            <a:off x="43148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9" name="E0 PE 7,14">
            <a:extLst>
              <a:ext uri="{FF2B5EF4-FFF2-40B4-BE49-F238E27FC236}">
                <a16:creationId xmlns:a16="http://schemas.microsoft.com/office/drawing/2014/main" id="{DF23D21B-3389-4027-BF24-4B773D89298C}"/>
              </a:ext>
            </a:extLst>
          </p:cNvPr>
          <p:cNvSpPr>
            <a:spLocks noGrp="1"/>
          </p:cNvSpPr>
          <p:nvPr/>
        </p:nvSpPr>
        <p:spPr>
          <a:xfrm>
            <a:off x="44672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0" name="E0 PE 7,15">
            <a:extLst>
              <a:ext uri="{FF2B5EF4-FFF2-40B4-BE49-F238E27FC236}">
                <a16:creationId xmlns:a16="http://schemas.microsoft.com/office/drawing/2014/main" id="{46CF703D-2162-408D-B776-3C532398A5F9}"/>
              </a:ext>
            </a:extLst>
          </p:cNvPr>
          <p:cNvSpPr>
            <a:spLocks noGrp="1"/>
          </p:cNvSpPr>
          <p:nvPr/>
        </p:nvSpPr>
        <p:spPr>
          <a:xfrm>
            <a:off x="46196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1" name="E0 PE 8,0">
            <a:extLst>
              <a:ext uri="{FF2B5EF4-FFF2-40B4-BE49-F238E27FC236}">
                <a16:creationId xmlns:a16="http://schemas.microsoft.com/office/drawing/2014/main" id="{154A0390-00BC-4AD8-94F8-325CB4B4E042}"/>
              </a:ext>
            </a:extLst>
          </p:cNvPr>
          <p:cNvSpPr>
            <a:spLocks noGrp="1"/>
          </p:cNvSpPr>
          <p:nvPr/>
        </p:nvSpPr>
        <p:spPr>
          <a:xfrm>
            <a:off x="23336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2" name="E0 PE 8,1">
            <a:extLst>
              <a:ext uri="{FF2B5EF4-FFF2-40B4-BE49-F238E27FC236}">
                <a16:creationId xmlns:a16="http://schemas.microsoft.com/office/drawing/2014/main" id="{BF606708-A26D-4901-A2CD-CEB32A330027}"/>
              </a:ext>
            </a:extLst>
          </p:cNvPr>
          <p:cNvSpPr>
            <a:spLocks noGrp="1"/>
          </p:cNvSpPr>
          <p:nvPr/>
        </p:nvSpPr>
        <p:spPr>
          <a:xfrm>
            <a:off x="24860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3" name="E0 PE 8,2">
            <a:extLst>
              <a:ext uri="{FF2B5EF4-FFF2-40B4-BE49-F238E27FC236}">
                <a16:creationId xmlns:a16="http://schemas.microsoft.com/office/drawing/2014/main" id="{89E2B4CD-4754-4A59-89D1-4ED7573EC6D9}"/>
              </a:ext>
            </a:extLst>
          </p:cNvPr>
          <p:cNvSpPr>
            <a:spLocks noGrp="1"/>
          </p:cNvSpPr>
          <p:nvPr/>
        </p:nvSpPr>
        <p:spPr>
          <a:xfrm>
            <a:off x="26384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4" name="E0 PE 8,3">
            <a:extLst>
              <a:ext uri="{FF2B5EF4-FFF2-40B4-BE49-F238E27FC236}">
                <a16:creationId xmlns:a16="http://schemas.microsoft.com/office/drawing/2014/main" id="{63C925D3-0507-4469-A781-7305CB635ED3}"/>
              </a:ext>
            </a:extLst>
          </p:cNvPr>
          <p:cNvSpPr>
            <a:spLocks noGrp="1"/>
          </p:cNvSpPr>
          <p:nvPr/>
        </p:nvSpPr>
        <p:spPr>
          <a:xfrm>
            <a:off x="27908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5" name="E0 PE 8,4">
            <a:extLst>
              <a:ext uri="{FF2B5EF4-FFF2-40B4-BE49-F238E27FC236}">
                <a16:creationId xmlns:a16="http://schemas.microsoft.com/office/drawing/2014/main" id="{D23D6F05-4B31-4B5C-84DF-F76E61C6F882}"/>
              </a:ext>
            </a:extLst>
          </p:cNvPr>
          <p:cNvSpPr>
            <a:spLocks noGrp="1"/>
          </p:cNvSpPr>
          <p:nvPr/>
        </p:nvSpPr>
        <p:spPr>
          <a:xfrm>
            <a:off x="29432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6" name="E0 PE 8,5">
            <a:extLst>
              <a:ext uri="{FF2B5EF4-FFF2-40B4-BE49-F238E27FC236}">
                <a16:creationId xmlns:a16="http://schemas.microsoft.com/office/drawing/2014/main" id="{A5EBC41F-7232-422F-9D2D-D551E0B30515}"/>
              </a:ext>
            </a:extLst>
          </p:cNvPr>
          <p:cNvSpPr>
            <a:spLocks noGrp="1"/>
          </p:cNvSpPr>
          <p:nvPr/>
        </p:nvSpPr>
        <p:spPr>
          <a:xfrm>
            <a:off x="30956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7" name="E0 PE 8,6">
            <a:extLst>
              <a:ext uri="{FF2B5EF4-FFF2-40B4-BE49-F238E27FC236}">
                <a16:creationId xmlns:a16="http://schemas.microsoft.com/office/drawing/2014/main" id="{DBF29C82-AB44-4CE5-9A36-821465698234}"/>
              </a:ext>
            </a:extLst>
          </p:cNvPr>
          <p:cNvSpPr>
            <a:spLocks noGrp="1"/>
          </p:cNvSpPr>
          <p:nvPr/>
        </p:nvSpPr>
        <p:spPr>
          <a:xfrm>
            <a:off x="32480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8" name="E0 PE 8,7">
            <a:extLst>
              <a:ext uri="{FF2B5EF4-FFF2-40B4-BE49-F238E27FC236}">
                <a16:creationId xmlns:a16="http://schemas.microsoft.com/office/drawing/2014/main" id="{BC532219-3E4A-4803-A85D-D3090BAD98AA}"/>
              </a:ext>
            </a:extLst>
          </p:cNvPr>
          <p:cNvSpPr>
            <a:spLocks noGrp="1"/>
          </p:cNvSpPr>
          <p:nvPr/>
        </p:nvSpPr>
        <p:spPr>
          <a:xfrm>
            <a:off x="34004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9" name="E0 PE 8,8">
            <a:extLst>
              <a:ext uri="{FF2B5EF4-FFF2-40B4-BE49-F238E27FC236}">
                <a16:creationId xmlns:a16="http://schemas.microsoft.com/office/drawing/2014/main" id="{B965A279-6D56-48A6-B208-812483883803}"/>
              </a:ext>
            </a:extLst>
          </p:cNvPr>
          <p:cNvSpPr>
            <a:spLocks noGrp="1"/>
          </p:cNvSpPr>
          <p:nvPr/>
        </p:nvSpPr>
        <p:spPr>
          <a:xfrm>
            <a:off x="35528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50" name="E0 PE 8,9">
            <a:extLst>
              <a:ext uri="{FF2B5EF4-FFF2-40B4-BE49-F238E27FC236}">
                <a16:creationId xmlns:a16="http://schemas.microsoft.com/office/drawing/2014/main" id="{26E6D752-75EF-436E-9BEF-0BDA8AAF7C13}"/>
              </a:ext>
            </a:extLst>
          </p:cNvPr>
          <p:cNvSpPr>
            <a:spLocks noGrp="1"/>
          </p:cNvSpPr>
          <p:nvPr/>
        </p:nvSpPr>
        <p:spPr>
          <a:xfrm>
            <a:off x="37052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51" name="E0 PE 8,10">
            <a:extLst>
              <a:ext uri="{FF2B5EF4-FFF2-40B4-BE49-F238E27FC236}">
                <a16:creationId xmlns:a16="http://schemas.microsoft.com/office/drawing/2014/main" id="{595A25E1-D41C-4918-8423-F1CF47B98408}"/>
              </a:ext>
            </a:extLst>
          </p:cNvPr>
          <p:cNvSpPr>
            <a:spLocks noGrp="1"/>
          </p:cNvSpPr>
          <p:nvPr/>
        </p:nvSpPr>
        <p:spPr>
          <a:xfrm>
            <a:off x="38576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52" name="E0 PE 8,11">
            <a:extLst>
              <a:ext uri="{FF2B5EF4-FFF2-40B4-BE49-F238E27FC236}">
                <a16:creationId xmlns:a16="http://schemas.microsoft.com/office/drawing/2014/main" id="{7E31D336-7E49-42E5-B4B5-696991897683}"/>
              </a:ext>
            </a:extLst>
          </p:cNvPr>
          <p:cNvSpPr>
            <a:spLocks noGrp="1"/>
          </p:cNvSpPr>
          <p:nvPr/>
        </p:nvSpPr>
        <p:spPr>
          <a:xfrm>
            <a:off x="40100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53" name="E0 PE 8,12">
            <a:extLst>
              <a:ext uri="{FF2B5EF4-FFF2-40B4-BE49-F238E27FC236}">
                <a16:creationId xmlns:a16="http://schemas.microsoft.com/office/drawing/2014/main" id="{E7ADC671-DF29-4914-9A9D-33AFDEFCD295}"/>
              </a:ext>
            </a:extLst>
          </p:cNvPr>
          <p:cNvSpPr>
            <a:spLocks noGrp="1"/>
          </p:cNvSpPr>
          <p:nvPr/>
        </p:nvSpPr>
        <p:spPr>
          <a:xfrm>
            <a:off x="41624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54" name="E0 PE 8,13">
            <a:extLst>
              <a:ext uri="{FF2B5EF4-FFF2-40B4-BE49-F238E27FC236}">
                <a16:creationId xmlns:a16="http://schemas.microsoft.com/office/drawing/2014/main" id="{D8DB5ED8-7075-40D8-B1B1-0349CB9BE164}"/>
              </a:ext>
            </a:extLst>
          </p:cNvPr>
          <p:cNvSpPr>
            <a:spLocks noGrp="1"/>
          </p:cNvSpPr>
          <p:nvPr/>
        </p:nvSpPr>
        <p:spPr>
          <a:xfrm>
            <a:off x="43148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55" name="E0 PE 8,14">
            <a:extLst>
              <a:ext uri="{FF2B5EF4-FFF2-40B4-BE49-F238E27FC236}">
                <a16:creationId xmlns:a16="http://schemas.microsoft.com/office/drawing/2014/main" id="{9B613438-F492-47FC-96B0-85149E9028FD}"/>
              </a:ext>
            </a:extLst>
          </p:cNvPr>
          <p:cNvSpPr>
            <a:spLocks noGrp="1"/>
          </p:cNvSpPr>
          <p:nvPr/>
        </p:nvSpPr>
        <p:spPr>
          <a:xfrm>
            <a:off x="44672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56" name="E0 PE 8,15">
            <a:extLst>
              <a:ext uri="{FF2B5EF4-FFF2-40B4-BE49-F238E27FC236}">
                <a16:creationId xmlns:a16="http://schemas.microsoft.com/office/drawing/2014/main" id="{133202A1-2DAE-42D9-9C77-A5D388E7B654}"/>
              </a:ext>
            </a:extLst>
          </p:cNvPr>
          <p:cNvSpPr>
            <a:spLocks noGrp="1"/>
          </p:cNvSpPr>
          <p:nvPr/>
        </p:nvSpPr>
        <p:spPr>
          <a:xfrm>
            <a:off x="46196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57" name="E0 PE 9,0">
            <a:extLst>
              <a:ext uri="{FF2B5EF4-FFF2-40B4-BE49-F238E27FC236}">
                <a16:creationId xmlns:a16="http://schemas.microsoft.com/office/drawing/2014/main" id="{7C554200-3481-4B49-87C8-4D45B60B012A}"/>
              </a:ext>
            </a:extLst>
          </p:cNvPr>
          <p:cNvSpPr>
            <a:spLocks noGrp="1"/>
          </p:cNvSpPr>
          <p:nvPr/>
        </p:nvSpPr>
        <p:spPr>
          <a:xfrm>
            <a:off x="23336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58" name="E0 PE 9,1">
            <a:extLst>
              <a:ext uri="{FF2B5EF4-FFF2-40B4-BE49-F238E27FC236}">
                <a16:creationId xmlns:a16="http://schemas.microsoft.com/office/drawing/2014/main" id="{6F231215-7A47-4616-AB8D-4E8ED3E3E31B}"/>
              </a:ext>
            </a:extLst>
          </p:cNvPr>
          <p:cNvSpPr>
            <a:spLocks noGrp="1"/>
          </p:cNvSpPr>
          <p:nvPr/>
        </p:nvSpPr>
        <p:spPr>
          <a:xfrm>
            <a:off x="24860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59" name="E0 PE 9,2">
            <a:extLst>
              <a:ext uri="{FF2B5EF4-FFF2-40B4-BE49-F238E27FC236}">
                <a16:creationId xmlns:a16="http://schemas.microsoft.com/office/drawing/2014/main" id="{2E9FA9F1-C762-4FCB-A88C-6B74B4545C37}"/>
              </a:ext>
            </a:extLst>
          </p:cNvPr>
          <p:cNvSpPr>
            <a:spLocks noGrp="1"/>
          </p:cNvSpPr>
          <p:nvPr/>
        </p:nvSpPr>
        <p:spPr>
          <a:xfrm>
            <a:off x="26384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60" name="E0 PE 9,3">
            <a:extLst>
              <a:ext uri="{FF2B5EF4-FFF2-40B4-BE49-F238E27FC236}">
                <a16:creationId xmlns:a16="http://schemas.microsoft.com/office/drawing/2014/main" id="{A983214E-21E4-47B4-A89C-C3B6073C340C}"/>
              </a:ext>
            </a:extLst>
          </p:cNvPr>
          <p:cNvSpPr>
            <a:spLocks noGrp="1"/>
          </p:cNvSpPr>
          <p:nvPr/>
        </p:nvSpPr>
        <p:spPr>
          <a:xfrm>
            <a:off x="27908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61" name="E0 PE 9,4">
            <a:extLst>
              <a:ext uri="{FF2B5EF4-FFF2-40B4-BE49-F238E27FC236}">
                <a16:creationId xmlns:a16="http://schemas.microsoft.com/office/drawing/2014/main" id="{1B190FFA-3D25-409F-9164-9E866D7D9205}"/>
              </a:ext>
            </a:extLst>
          </p:cNvPr>
          <p:cNvSpPr>
            <a:spLocks noGrp="1"/>
          </p:cNvSpPr>
          <p:nvPr/>
        </p:nvSpPr>
        <p:spPr>
          <a:xfrm>
            <a:off x="29432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62" name="E0 PE 9,5">
            <a:extLst>
              <a:ext uri="{FF2B5EF4-FFF2-40B4-BE49-F238E27FC236}">
                <a16:creationId xmlns:a16="http://schemas.microsoft.com/office/drawing/2014/main" id="{3F5497E9-F77A-48E3-AC41-D09A6DC1C6F0}"/>
              </a:ext>
            </a:extLst>
          </p:cNvPr>
          <p:cNvSpPr>
            <a:spLocks noGrp="1"/>
          </p:cNvSpPr>
          <p:nvPr/>
        </p:nvSpPr>
        <p:spPr>
          <a:xfrm>
            <a:off x="30956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63" name="E0 PE 9,6">
            <a:extLst>
              <a:ext uri="{FF2B5EF4-FFF2-40B4-BE49-F238E27FC236}">
                <a16:creationId xmlns:a16="http://schemas.microsoft.com/office/drawing/2014/main" id="{AB33EFCA-BBEA-40FC-A2E9-073357B270D8}"/>
              </a:ext>
            </a:extLst>
          </p:cNvPr>
          <p:cNvSpPr>
            <a:spLocks noGrp="1"/>
          </p:cNvSpPr>
          <p:nvPr/>
        </p:nvSpPr>
        <p:spPr>
          <a:xfrm>
            <a:off x="32480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64" name="E0 PE 9,7">
            <a:extLst>
              <a:ext uri="{FF2B5EF4-FFF2-40B4-BE49-F238E27FC236}">
                <a16:creationId xmlns:a16="http://schemas.microsoft.com/office/drawing/2014/main" id="{B2401A4E-553A-489B-8636-B9474AB44EDA}"/>
              </a:ext>
            </a:extLst>
          </p:cNvPr>
          <p:cNvSpPr>
            <a:spLocks noGrp="1"/>
          </p:cNvSpPr>
          <p:nvPr/>
        </p:nvSpPr>
        <p:spPr>
          <a:xfrm>
            <a:off x="34004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65" name="E0 PE 9,8">
            <a:extLst>
              <a:ext uri="{FF2B5EF4-FFF2-40B4-BE49-F238E27FC236}">
                <a16:creationId xmlns:a16="http://schemas.microsoft.com/office/drawing/2014/main" id="{59A1E1D8-2B3F-4729-9C73-B9AB2CA1AB2A}"/>
              </a:ext>
            </a:extLst>
          </p:cNvPr>
          <p:cNvSpPr>
            <a:spLocks noGrp="1"/>
          </p:cNvSpPr>
          <p:nvPr/>
        </p:nvSpPr>
        <p:spPr>
          <a:xfrm>
            <a:off x="35528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66" name="E0 PE 9,9">
            <a:extLst>
              <a:ext uri="{FF2B5EF4-FFF2-40B4-BE49-F238E27FC236}">
                <a16:creationId xmlns:a16="http://schemas.microsoft.com/office/drawing/2014/main" id="{9786D487-C599-47FC-8AFE-35075D8B2B89}"/>
              </a:ext>
            </a:extLst>
          </p:cNvPr>
          <p:cNvSpPr>
            <a:spLocks noGrp="1"/>
          </p:cNvSpPr>
          <p:nvPr/>
        </p:nvSpPr>
        <p:spPr>
          <a:xfrm>
            <a:off x="37052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67" name="E0 PE 9,10">
            <a:extLst>
              <a:ext uri="{FF2B5EF4-FFF2-40B4-BE49-F238E27FC236}">
                <a16:creationId xmlns:a16="http://schemas.microsoft.com/office/drawing/2014/main" id="{1E3077B1-D858-40C4-A603-635F29F74688}"/>
              </a:ext>
            </a:extLst>
          </p:cNvPr>
          <p:cNvSpPr>
            <a:spLocks noGrp="1"/>
          </p:cNvSpPr>
          <p:nvPr/>
        </p:nvSpPr>
        <p:spPr>
          <a:xfrm>
            <a:off x="38576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68" name="E0 PE 9,11">
            <a:extLst>
              <a:ext uri="{FF2B5EF4-FFF2-40B4-BE49-F238E27FC236}">
                <a16:creationId xmlns:a16="http://schemas.microsoft.com/office/drawing/2014/main" id="{46449CFD-30E5-49D2-8D4F-E0729CDEC5E3}"/>
              </a:ext>
            </a:extLst>
          </p:cNvPr>
          <p:cNvSpPr>
            <a:spLocks noGrp="1"/>
          </p:cNvSpPr>
          <p:nvPr/>
        </p:nvSpPr>
        <p:spPr>
          <a:xfrm>
            <a:off x="40100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69" name="E0 PE 9,12">
            <a:extLst>
              <a:ext uri="{FF2B5EF4-FFF2-40B4-BE49-F238E27FC236}">
                <a16:creationId xmlns:a16="http://schemas.microsoft.com/office/drawing/2014/main" id="{5E0AE566-F540-4146-B02D-3A685886A927}"/>
              </a:ext>
            </a:extLst>
          </p:cNvPr>
          <p:cNvSpPr>
            <a:spLocks noGrp="1"/>
          </p:cNvSpPr>
          <p:nvPr/>
        </p:nvSpPr>
        <p:spPr>
          <a:xfrm>
            <a:off x="41624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70" name="E0 PE 9,13">
            <a:extLst>
              <a:ext uri="{FF2B5EF4-FFF2-40B4-BE49-F238E27FC236}">
                <a16:creationId xmlns:a16="http://schemas.microsoft.com/office/drawing/2014/main" id="{39846B7B-35F0-4C6B-92CB-52458C1D77B1}"/>
              </a:ext>
            </a:extLst>
          </p:cNvPr>
          <p:cNvSpPr>
            <a:spLocks noGrp="1"/>
          </p:cNvSpPr>
          <p:nvPr/>
        </p:nvSpPr>
        <p:spPr>
          <a:xfrm>
            <a:off x="43148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71" name="E0 PE 9,14">
            <a:extLst>
              <a:ext uri="{FF2B5EF4-FFF2-40B4-BE49-F238E27FC236}">
                <a16:creationId xmlns:a16="http://schemas.microsoft.com/office/drawing/2014/main" id="{85262429-0E69-415A-829A-A7D7F14D01DE}"/>
              </a:ext>
            </a:extLst>
          </p:cNvPr>
          <p:cNvSpPr>
            <a:spLocks noGrp="1"/>
          </p:cNvSpPr>
          <p:nvPr/>
        </p:nvSpPr>
        <p:spPr>
          <a:xfrm>
            <a:off x="44672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72" name="E0 PE 9,15">
            <a:extLst>
              <a:ext uri="{FF2B5EF4-FFF2-40B4-BE49-F238E27FC236}">
                <a16:creationId xmlns:a16="http://schemas.microsoft.com/office/drawing/2014/main" id="{3A503464-DD51-41B6-8F8B-999DD4CAB789}"/>
              </a:ext>
            </a:extLst>
          </p:cNvPr>
          <p:cNvSpPr>
            <a:spLocks noGrp="1"/>
          </p:cNvSpPr>
          <p:nvPr/>
        </p:nvSpPr>
        <p:spPr>
          <a:xfrm>
            <a:off x="46196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73" name="E0 PE 10,0">
            <a:extLst>
              <a:ext uri="{FF2B5EF4-FFF2-40B4-BE49-F238E27FC236}">
                <a16:creationId xmlns:a16="http://schemas.microsoft.com/office/drawing/2014/main" id="{52AF2B79-6E2C-4B9C-8161-C9CF8AD2CD54}"/>
              </a:ext>
            </a:extLst>
          </p:cNvPr>
          <p:cNvSpPr>
            <a:spLocks noGrp="1"/>
          </p:cNvSpPr>
          <p:nvPr/>
        </p:nvSpPr>
        <p:spPr>
          <a:xfrm>
            <a:off x="23336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74" name="E0 PE 10,1">
            <a:extLst>
              <a:ext uri="{FF2B5EF4-FFF2-40B4-BE49-F238E27FC236}">
                <a16:creationId xmlns:a16="http://schemas.microsoft.com/office/drawing/2014/main" id="{7230CE9B-6EC2-499A-ADF0-AE4A4A5B84B2}"/>
              </a:ext>
            </a:extLst>
          </p:cNvPr>
          <p:cNvSpPr>
            <a:spLocks noGrp="1"/>
          </p:cNvSpPr>
          <p:nvPr/>
        </p:nvSpPr>
        <p:spPr>
          <a:xfrm>
            <a:off x="24860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75" name="E0 PE 10,2">
            <a:extLst>
              <a:ext uri="{FF2B5EF4-FFF2-40B4-BE49-F238E27FC236}">
                <a16:creationId xmlns:a16="http://schemas.microsoft.com/office/drawing/2014/main" id="{632168BD-4BC9-4008-B833-A028C9746D92}"/>
              </a:ext>
            </a:extLst>
          </p:cNvPr>
          <p:cNvSpPr>
            <a:spLocks noGrp="1"/>
          </p:cNvSpPr>
          <p:nvPr/>
        </p:nvSpPr>
        <p:spPr>
          <a:xfrm>
            <a:off x="26384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76" name="E0 PE 10,3">
            <a:extLst>
              <a:ext uri="{FF2B5EF4-FFF2-40B4-BE49-F238E27FC236}">
                <a16:creationId xmlns:a16="http://schemas.microsoft.com/office/drawing/2014/main" id="{20401254-1AE8-4DEA-BF6F-941E6EC2508E}"/>
              </a:ext>
            </a:extLst>
          </p:cNvPr>
          <p:cNvSpPr>
            <a:spLocks noGrp="1"/>
          </p:cNvSpPr>
          <p:nvPr/>
        </p:nvSpPr>
        <p:spPr>
          <a:xfrm>
            <a:off x="27908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77" name="E0 PE 10,4">
            <a:extLst>
              <a:ext uri="{FF2B5EF4-FFF2-40B4-BE49-F238E27FC236}">
                <a16:creationId xmlns:a16="http://schemas.microsoft.com/office/drawing/2014/main" id="{E307DCEE-D18F-4707-8F73-B5D535160396}"/>
              </a:ext>
            </a:extLst>
          </p:cNvPr>
          <p:cNvSpPr>
            <a:spLocks noGrp="1"/>
          </p:cNvSpPr>
          <p:nvPr/>
        </p:nvSpPr>
        <p:spPr>
          <a:xfrm>
            <a:off x="29432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78" name="E0 PE 10,5">
            <a:extLst>
              <a:ext uri="{FF2B5EF4-FFF2-40B4-BE49-F238E27FC236}">
                <a16:creationId xmlns:a16="http://schemas.microsoft.com/office/drawing/2014/main" id="{7F8CF854-8C0E-4C9F-9C49-1CE1F8FDC524}"/>
              </a:ext>
            </a:extLst>
          </p:cNvPr>
          <p:cNvSpPr>
            <a:spLocks noGrp="1"/>
          </p:cNvSpPr>
          <p:nvPr/>
        </p:nvSpPr>
        <p:spPr>
          <a:xfrm>
            <a:off x="30956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79" name="E0 PE 10,6">
            <a:extLst>
              <a:ext uri="{FF2B5EF4-FFF2-40B4-BE49-F238E27FC236}">
                <a16:creationId xmlns:a16="http://schemas.microsoft.com/office/drawing/2014/main" id="{469CADA5-D25D-4430-AAE2-7B6139CA132A}"/>
              </a:ext>
            </a:extLst>
          </p:cNvPr>
          <p:cNvSpPr>
            <a:spLocks noGrp="1"/>
          </p:cNvSpPr>
          <p:nvPr/>
        </p:nvSpPr>
        <p:spPr>
          <a:xfrm>
            <a:off x="32480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80" name="E0 PE 10,7">
            <a:extLst>
              <a:ext uri="{FF2B5EF4-FFF2-40B4-BE49-F238E27FC236}">
                <a16:creationId xmlns:a16="http://schemas.microsoft.com/office/drawing/2014/main" id="{30292AA1-08A8-4955-8E7D-C5AB6EE0D36B}"/>
              </a:ext>
            </a:extLst>
          </p:cNvPr>
          <p:cNvSpPr>
            <a:spLocks noGrp="1"/>
          </p:cNvSpPr>
          <p:nvPr/>
        </p:nvSpPr>
        <p:spPr>
          <a:xfrm>
            <a:off x="34004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81" name="E0 PE 10,8">
            <a:extLst>
              <a:ext uri="{FF2B5EF4-FFF2-40B4-BE49-F238E27FC236}">
                <a16:creationId xmlns:a16="http://schemas.microsoft.com/office/drawing/2014/main" id="{28752E87-B42E-4BAA-A56F-CE8EC0C7951A}"/>
              </a:ext>
            </a:extLst>
          </p:cNvPr>
          <p:cNvSpPr>
            <a:spLocks noGrp="1"/>
          </p:cNvSpPr>
          <p:nvPr/>
        </p:nvSpPr>
        <p:spPr>
          <a:xfrm>
            <a:off x="35528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82" name="E0 PE 10,9">
            <a:extLst>
              <a:ext uri="{FF2B5EF4-FFF2-40B4-BE49-F238E27FC236}">
                <a16:creationId xmlns:a16="http://schemas.microsoft.com/office/drawing/2014/main" id="{9D0149FF-E94D-47A2-9D0B-684E949336BE}"/>
              </a:ext>
            </a:extLst>
          </p:cNvPr>
          <p:cNvSpPr>
            <a:spLocks noGrp="1"/>
          </p:cNvSpPr>
          <p:nvPr/>
        </p:nvSpPr>
        <p:spPr>
          <a:xfrm>
            <a:off x="37052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83" name="E0 PE 10,10">
            <a:extLst>
              <a:ext uri="{FF2B5EF4-FFF2-40B4-BE49-F238E27FC236}">
                <a16:creationId xmlns:a16="http://schemas.microsoft.com/office/drawing/2014/main" id="{B0AD929A-4AE4-44C3-BB22-AB93244B3132}"/>
              </a:ext>
            </a:extLst>
          </p:cNvPr>
          <p:cNvSpPr>
            <a:spLocks noGrp="1"/>
          </p:cNvSpPr>
          <p:nvPr/>
        </p:nvSpPr>
        <p:spPr>
          <a:xfrm>
            <a:off x="38576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84" name="E0 PE 10,11">
            <a:extLst>
              <a:ext uri="{FF2B5EF4-FFF2-40B4-BE49-F238E27FC236}">
                <a16:creationId xmlns:a16="http://schemas.microsoft.com/office/drawing/2014/main" id="{C050B928-164A-4467-96E7-49D448CB2BDD}"/>
              </a:ext>
            </a:extLst>
          </p:cNvPr>
          <p:cNvSpPr>
            <a:spLocks noGrp="1"/>
          </p:cNvSpPr>
          <p:nvPr/>
        </p:nvSpPr>
        <p:spPr>
          <a:xfrm>
            <a:off x="40100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85" name="E0 PE 10,12">
            <a:extLst>
              <a:ext uri="{FF2B5EF4-FFF2-40B4-BE49-F238E27FC236}">
                <a16:creationId xmlns:a16="http://schemas.microsoft.com/office/drawing/2014/main" id="{F6CDBFFE-99B5-4A58-B590-DCFA9635E7BE}"/>
              </a:ext>
            </a:extLst>
          </p:cNvPr>
          <p:cNvSpPr>
            <a:spLocks noGrp="1"/>
          </p:cNvSpPr>
          <p:nvPr/>
        </p:nvSpPr>
        <p:spPr>
          <a:xfrm>
            <a:off x="41624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86" name="E0 PE 10,13">
            <a:extLst>
              <a:ext uri="{FF2B5EF4-FFF2-40B4-BE49-F238E27FC236}">
                <a16:creationId xmlns:a16="http://schemas.microsoft.com/office/drawing/2014/main" id="{2AE20EC7-036A-4BC9-B8D9-02FA618E0357}"/>
              </a:ext>
            </a:extLst>
          </p:cNvPr>
          <p:cNvSpPr>
            <a:spLocks noGrp="1"/>
          </p:cNvSpPr>
          <p:nvPr/>
        </p:nvSpPr>
        <p:spPr>
          <a:xfrm>
            <a:off x="43148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87" name="E0 PE 10,14">
            <a:extLst>
              <a:ext uri="{FF2B5EF4-FFF2-40B4-BE49-F238E27FC236}">
                <a16:creationId xmlns:a16="http://schemas.microsoft.com/office/drawing/2014/main" id="{5011E99B-07D6-4002-B557-53F4F17406F7}"/>
              </a:ext>
            </a:extLst>
          </p:cNvPr>
          <p:cNvSpPr>
            <a:spLocks noGrp="1"/>
          </p:cNvSpPr>
          <p:nvPr/>
        </p:nvSpPr>
        <p:spPr>
          <a:xfrm>
            <a:off x="44672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88" name="E0 PE 10,15">
            <a:extLst>
              <a:ext uri="{FF2B5EF4-FFF2-40B4-BE49-F238E27FC236}">
                <a16:creationId xmlns:a16="http://schemas.microsoft.com/office/drawing/2014/main" id="{F8D1DDB3-F54B-4BD4-BF51-385AAC803D19}"/>
              </a:ext>
            </a:extLst>
          </p:cNvPr>
          <p:cNvSpPr>
            <a:spLocks noGrp="1"/>
          </p:cNvSpPr>
          <p:nvPr/>
        </p:nvSpPr>
        <p:spPr>
          <a:xfrm>
            <a:off x="46196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89" name="E0 PE 11,0">
            <a:extLst>
              <a:ext uri="{FF2B5EF4-FFF2-40B4-BE49-F238E27FC236}">
                <a16:creationId xmlns:a16="http://schemas.microsoft.com/office/drawing/2014/main" id="{6BE10816-D799-4FB4-A36D-A199D166FF40}"/>
              </a:ext>
            </a:extLst>
          </p:cNvPr>
          <p:cNvSpPr>
            <a:spLocks noGrp="1"/>
          </p:cNvSpPr>
          <p:nvPr/>
        </p:nvSpPr>
        <p:spPr>
          <a:xfrm>
            <a:off x="23336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90" name="E0 PE 11,1">
            <a:extLst>
              <a:ext uri="{FF2B5EF4-FFF2-40B4-BE49-F238E27FC236}">
                <a16:creationId xmlns:a16="http://schemas.microsoft.com/office/drawing/2014/main" id="{557315D7-5686-48B6-B6DB-ED0F5AC268ED}"/>
              </a:ext>
            </a:extLst>
          </p:cNvPr>
          <p:cNvSpPr>
            <a:spLocks noGrp="1"/>
          </p:cNvSpPr>
          <p:nvPr/>
        </p:nvSpPr>
        <p:spPr>
          <a:xfrm>
            <a:off x="24860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91" name="E0 PE 11,2">
            <a:extLst>
              <a:ext uri="{FF2B5EF4-FFF2-40B4-BE49-F238E27FC236}">
                <a16:creationId xmlns:a16="http://schemas.microsoft.com/office/drawing/2014/main" id="{FEC659D5-32C0-4D08-B6ED-EA9524E614C8}"/>
              </a:ext>
            </a:extLst>
          </p:cNvPr>
          <p:cNvSpPr>
            <a:spLocks noGrp="1"/>
          </p:cNvSpPr>
          <p:nvPr/>
        </p:nvSpPr>
        <p:spPr>
          <a:xfrm>
            <a:off x="26384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92" name="E0 PE 11,3">
            <a:extLst>
              <a:ext uri="{FF2B5EF4-FFF2-40B4-BE49-F238E27FC236}">
                <a16:creationId xmlns:a16="http://schemas.microsoft.com/office/drawing/2014/main" id="{24AC4182-0439-4258-92C5-E0BD7DB5AD9D}"/>
              </a:ext>
            </a:extLst>
          </p:cNvPr>
          <p:cNvSpPr>
            <a:spLocks noGrp="1"/>
          </p:cNvSpPr>
          <p:nvPr/>
        </p:nvSpPr>
        <p:spPr>
          <a:xfrm>
            <a:off x="27908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93" name="E0 PE 11,4">
            <a:extLst>
              <a:ext uri="{FF2B5EF4-FFF2-40B4-BE49-F238E27FC236}">
                <a16:creationId xmlns:a16="http://schemas.microsoft.com/office/drawing/2014/main" id="{F539CEC6-565D-42F7-A8A9-E9B51B622C12}"/>
              </a:ext>
            </a:extLst>
          </p:cNvPr>
          <p:cNvSpPr>
            <a:spLocks noGrp="1"/>
          </p:cNvSpPr>
          <p:nvPr/>
        </p:nvSpPr>
        <p:spPr>
          <a:xfrm>
            <a:off x="29432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94" name="E0 PE 11,5">
            <a:extLst>
              <a:ext uri="{FF2B5EF4-FFF2-40B4-BE49-F238E27FC236}">
                <a16:creationId xmlns:a16="http://schemas.microsoft.com/office/drawing/2014/main" id="{4DB9AE22-CA64-43B3-9F72-2F3B31C5962A}"/>
              </a:ext>
            </a:extLst>
          </p:cNvPr>
          <p:cNvSpPr>
            <a:spLocks noGrp="1"/>
          </p:cNvSpPr>
          <p:nvPr/>
        </p:nvSpPr>
        <p:spPr>
          <a:xfrm>
            <a:off x="30956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95" name="E0 PE 11,6">
            <a:extLst>
              <a:ext uri="{FF2B5EF4-FFF2-40B4-BE49-F238E27FC236}">
                <a16:creationId xmlns:a16="http://schemas.microsoft.com/office/drawing/2014/main" id="{484CDB10-FD5C-410E-B527-79A8EE0D12E2}"/>
              </a:ext>
            </a:extLst>
          </p:cNvPr>
          <p:cNvSpPr>
            <a:spLocks noGrp="1"/>
          </p:cNvSpPr>
          <p:nvPr/>
        </p:nvSpPr>
        <p:spPr>
          <a:xfrm>
            <a:off x="32480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96" name="E0 PE 11,7">
            <a:extLst>
              <a:ext uri="{FF2B5EF4-FFF2-40B4-BE49-F238E27FC236}">
                <a16:creationId xmlns:a16="http://schemas.microsoft.com/office/drawing/2014/main" id="{95AAA07B-7912-4EF8-B2DC-423B9973B123}"/>
              </a:ext>
            </a:extLst>
          </p:cNvPr>
          <p:cNvSpPr>
            <a:spLocks noGrp="1"/>
          </p:cNvSpPr>
          <p:nvPr/>
        </p:nvSpPr>
        <p:spPr>
          <a:xfrm>
            <a:off x="34004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97" name="E0 PE 11,8">
            <a:extLst>
              <a:ext uri="{FF2B5EF4-FFF2-40B4-BE49-F238E27FC236}">
                <a16:creationId xmlns:a16="http://schemas.microsoft.com/office/drawing/2014/main" id="{748C62E5-23BE-46F3-8C62-29B5DA120C48}"/>
              </a:ext>
            </a:extLst>
          </p:cNvPr>
          <p:cNvSpPr>
            <a:spLocks noGrp="1"/>
          </p:cNvSpPr>
          <p:nvPr/>
        </p:nvSpPr>
        <p:spPr>
          <a:xfrm>
            <a:off x="35528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98" name="E0 PE 11,9">
            <a:extLst>
              <a:ext uri="{FF2B5EF4-FFF2-40B4-BE49-F238E27FC236}">
                <a16:creationId xmlns:a16="http://schemas.microsoft.com/office/drawing/2014/main" id="{9915F937-18B7-490B-A9AB-3E15C6502442}"/>
              </a:ext>
            </a:extLst>
          </p:cNvPr>
          <p:cNvSpPr>
            <a:spLocks noGrp="1"/>
          </p:cNvSpPr>
          <p:nvPr/>
        </p:nvSpPr>
        <p:spPr>
          <a:xfrm>
            <a:off x="37052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99" name="E0 PE 11,10">
            <a:extLst>
              <a:ext uri="{FF2B5EF4-FFF2-40B4-BE49-F238E27FC236}">
                <a16:creationId xmlns:a16="http://schemas.microsoft.com/office/drawing/2014/main" id="{12864E23-B83C-45DE-9A0D-DC981E8A24FA}"/>
              </a:ext>
            </a:extLst>
          </p:cNvPr>
          <p:cNvSpPr>
            <a:spLocks noGrp="1"/>
          </p:cNvSpPr>
          <p:nvPr/>
        </p:nvSpPr>
        <p:spPr>
          <a:xfrm>
            <a:off x="38576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00" name="E0 PE 11,11">
            <a:extLst>
              <a:ext uri="{FF2B5EF4-FFF2-40B4-BE49-F238E27FC236}">
                <a16:creationId xmlns:a16="http://schemas.microsoft.com/office/drawing/2014/main" id="{DFCAE69C-8E40-48EB-AA52-190E5DB98903}"/>
              </a:ext>
            </a:extLst>
          </p:cNvPr>
          <p:cNvSpPr>
            <a:spLocks noGrp="1"/>
          </p:cNvSpPr>
          <p:nvPr/>
        </p:nvSpPr>
        <p:spPr>
          <a:xfrm>
            <a:off x="40100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01" name="E0 PE 11,12">
            <a:extLst>
              <a:ext uri="{FF2B5EF4-FFF2-40B4-BE49-F238E27FC236}">
                <a16:creationId xmlns:a16="http://schemas.microsoft.com/office/drawing/2014/main" id="{C76980E4-51C0-40FC-A25E-DCE6A342D70F}"/>
              </a:ext>
            </a:extLst>
          </p:cNvPr>
          <p:cNvSpPr>
            <a:spLocks noGrp="1"/>
          </p:cNvSpPr>
          <p:nvPr/>
        </p:nvSpPr>
        <p:spPr>
          <a:xfrm>
            <a:off x="41624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02" name="E0 PE 11,13">
            <a:extLst>
              <a:ext uri="{FF2B5EF4-FFF2-40B4-BE49-F238E27FC236}">
                <a16:creationId xmlns:a16="http://schemas.microsoft.com/office/drawing/2014/main" id="{E9DA3519-1A42-4C6C-82E7-5794DAABAC89}"/>
              </a:ext>
            </a:extLst>
          </p:cNvPr>
          <p:cNvSpPr>
            <a:spLocks noGrp="1"/>
          </p:cNvSpPr>
          <p:nvPr/>
        </p:nvSpPr>
        <p:spPr>
          <a:xfrm>
            <a:off x="43148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03" name="E0 PE 11,14">
            <a:extLst>
              <a:ext uri="{FF2B5EF4-FFF2-40B4-BE49-F238E27FC236}">
                <a16:creationId xmlns:a16="http://schemas.microsoft.com/office/drawing/2014/main" id="{772C7052-814A-40C9-A1BE-7FF3926F9261}"/>
              </a:ext>
            </a:extLst>
          </p:cNvPr>
          <p:cNvSpPr>
            <a:spLocks noGrp="1"/>
          </p:cNvSpPr>
          <p:nvPr/>
        </p:nvSpPr>
        <p:spPr>
          <a:xfrm>
            <a:off x="44672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04" name="E0 PE 11,15">
            <a:extLst>
              <a:ext uri="{FF2B5EF4-FFF2-40B4-BE49-F238E27FC236}">
                <a16:creationId xmlns:a16="http://schemas.microsoft.com/office/drawing/2014/main" id="{76757BFB-36F7-4D7F-8020-5F68E6636127}"/>
              </a:ext>
            </a:extLst>
          </p:cNvPr>
          <p:cNvSpPr>
            <a:spLocks noGrp="1"/>
          </p:cNvSpPr>
          <p:nvPr/>
        </p:nvSpPr>
        <p:spPr>
          <a:xfrm>
            <a:off x="46196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05" name="E0 PE 12,0">
            <a:extLst>
              <a:ext uri="{FF2B5EF4-FFF2-40B4-BE49-F238E27FC236}">
                <a16:creationId xmlns:a16="http://schemas.microsoft.com/office/drawing/2014/main" id="{DBC2BE85-B54E-49DC-8E3F-06B0ADCFB188}"/>
              </a:ext>
            </a:extLst>
          </p:cNvPr>
          <p:cNvSpPr>
            <a:spLocks noGrp="1"/>
          </p:cNvSpPr>
          <p:nvPr/>
        </p:nvSpPr>
        <p:spPr>
          <a:xfrm>
            <a:off x="23336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06" name="E0 PE 12,1">
            <a:extLst>
              <a:ext uri="{FF2B5EF4-FFF2-40B4-BE49-F238E27FC236}">
                <a16:creationId xmlns:a16="http://schemas.microsoft.com/office/drawing/2014/main" id="{D6BBA374-9F2A-408F-A6C3-600E19CE5FBB}"/>
              </a:ext>
            </a:extLst>
          </p:cNvPr>
          <p:cNvSpPr>
            <a:spLocks noGrp="1"/>
          </p:cNvSpPr>
          <p:nvPr/>
        </p:nvSpPr>
        <p:spPr>
          <a:xfrm>
            <a:off x="24860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07" name="E0 PE 12,2">
            <a:extLst>
              <a:ext uri="{FF2B5EF4-FFF2-40B4-BE49-F238E27FC236}">
                <a16:creationId xmlns:a16="http://schemas.microsoft.com/office/drawing/2014/main" id="{2B370438-FF7E-4AE0-9ECF-7769CF75DF0C}"/>
              </a:ext>
            </a:extLst>
          </p:cNvPr>
          <p:cNvSpPr>
            <a:spLocks noGrp="1"/>
          </p:cNvSpPr>
          <p:nvPr/>
        </p:nvSpPr>
        <p:spPr>
          <a:xfrm>
            <a:off x="26384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08" name="E0 PE 12,3">
            <a:extLst>
              <a:ext uri="{FF2B5EF4-FFF2-40B4-BE49-F238E27FC236}">
                <a16:creationId xmlns:a16="http://schemas.microsoft.com/office/drawing/2014/main" id="{EBB32939-F2D7-4457-9C49-D8032ADB8A03}"/>
              </a:ext>
            </a:extLst>
          </p:cNvPr>
          <p:cNvSpPr>
            <a:spLocks noGrp="1"/>
          </p:cNvSpPr>
          <p:nvPr/>
        </p:nvSpPr>
        <p:spPr>
          <a:xfrm>
            <a:off x="27908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09" name="E0 PE 12,4">
            <a:extLst>
              <a:ext uri="{FF2B5EF4-FFF2-40B4-BE49-F238E27FC236}">
                <a16:creationId xmlns:a16="http://schemas.microsoft.com/office/drawing/2014/main" id="{D12811AE-340C-4261-AFA1-92CC93DE09F9}"/>
              </a:ext>
            </a:extLst>
          </p:cNvPr>
          <p:cNvSpPr>
            <a:spLocks noGrp="1"/>
          </p:cNvSpPr>
          <p:nvPr/>
        </p:nvSpPr>
        <p:spPr>
          <a:xfrm>
            <a:off x="29432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0" name="E0 PE 12,5">
            <a:extLst>
              <a:ext uri="{FF2B5EF4-FFF2-40B4-BE49-F238E27FC236}">
                <a16:creationId xmlns:a16="http://schemas.microsoft.com/office/drawing/2014/main" id="{01943A6F-C3C3-44D6-A110-D43E70A64329}"/>
              </a:ext>
            </a:extLst>
          </p:cNvPr>
          <p:cNvSpPr>
            <a:spLocks noGrp="1"/>
          </p:cNvSpPr>
          <p:nvPr/>
        </p:nvSpPr>
        <p:spPr>
          <a:xfrm>
            <a:off x="30956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1" name="E0 PE 12,6">
            <a:extLst>
              <a:ext uri="{FF2B5EF4-FFF2-40B4-BE49-F238E27FC236}">
                <a16:creationId xmlns:a16="http://schemas.microsoft.com/office/drawing/2014/main" id="{A1C67E85-FE1F-4F28-B572-45D6AEC7D4EB}"/>
              </a:ext>
            </a:extLst>
          </p:cNvPr>
          <p:cNvSpPr>
            <a:spLocks noGrp="1"/>
          </p:cNvSpPr>
          <p:nvPr/>
        </p:nvSpPr>
        <p:spPr>
          <a:xfrm>
            <a:off x="32480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2" name="E0 PE 12,7">
            <a:extLst>
              <a:ext uri="{FF2B5EF4-FFF2-40B4-BE49-F238E27FC236}">
                <a16:creationId xmlns:a16="http://schemas.microsoft.com/office/drawing/2014/main" id="{D424FB27-2A89-4360-83FF-D673021414B9}"/>
              </a:ext>
            </a:extLst>
          </p:cNvPr>
          <p:cNvSpPr>
            <a:spLocks noGrp="1"/>
          </p:cNvSpPr>
          <p:nvPr/>
        </p:nvSpPr>
        <p:spPr>
          <a:xfrm>
            <a:off x="34004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3" name="E0 PE 12,8">
            <a:extLst>
              <a:ext uri="{FF2B5EF4-FFF2-40B4-BE49-F238E27FC236}">
                <a16:creationId xmlns:a16="http://schemas.microsoft.com/office/drawing/2014/main" id="{A5D6E3FE-AB8A-402C-84F6-928DF887F2C0}"/>
              </a:ext>
            </a:extLst>
          </p:cNvPr>
          <p:cNvSpPr>
            <a:spLocks noGrp="1"/>
          </p:cNvSpPr>
          <p:nvPr/>
        </p:nvSpPr>
        <p:spPr>
          <a:xfrm>
            <a:off x="35528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4" name="E0 PE 12,9">
            <a:extLst>
              <a:ext uri="{FF2B5EF4-FFF2-40B4-BE49-F238E27FC236}">
                <a16:creationId xmlns:a16="http://schemas.microsoft.com/office/drawing/2014/main" id="{9F749FFF-B2A5-4E02-9851-F488736EF1FD}"/>
              </a:ext>
            </a:extLst>
          </p:cNvPr>
          <p:cNvSpPr>
            <a:spLocks noGrp="1"/>
          </p:cNvSpPr>
          <p:nvPr/>
        </p:nvSpPr>
        <p:spPr>
          <a:xfrm>
            <a:off x="37052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5" name="E0 PE 12,10">
            <a:extLst>
              <a:ext uri="{FF2B5EF4-FFF2-40B4-BE49-F238E27FC236}">
                <a16:creationId xmlns:a16="http://schemas.microsoft.com/office/drawing/2014/main" id="{10F0D0D4-7E1D-4A2F-B68B-DF579AFA9FD9}"/>
              </a:ext>
            </a:extLst>
          </p:cNvPr>
          <p:cNvSpPr>
            <a:spLocks noGrp="1"/>
          </p:cNvSpPr>
          <p:nvPr/>
        </p:nvSpPr>
        <p:spPr>
          <a:xfrm>
            <a:off x="38576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6" name="E0 PE 12,11">
            <a:extLst>
              <a:ext uri="{FF2B5EF4-FFF2-40B4-BE49-F238E27FC236}">
                <a16:creationId xmlns:a16="http://schemas.microsoft.com/office/drawing/2014/main" id="{FEA61241-AF3C-44A0-A747-3911B96D988C}"/>
              </a:ext>
            </a:extLst>
          </p:cNvPr>
          <p:cNvSpPr>
            <a:spLocks noGrp="1"/>
          </p:cNvSpPr>
          <p:nvPr/>
        </p:nvSpPr>
        <p:spPr>
          <a:xfrm>
            <a:off x="40100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7" name="E0 PE 12,12">
            <a:extLst>
              <a:ext uri="{FF2B5EF4-FFF2-40B4-BE49-F238E27FC236}">
                <a16:creationId xmlns:a16="http://schemas.microsoft.com/office/drawing/2014/main" id="{DC94F789-A1AF-4519-9576-35C42F19A8B1}"/>
              </a:ext>
            </a:extLst>
          </p:cNvPr>
          <p:cNvSpPr>
            <a:spLocks noGrp="1"/>
          </p:cNvSpPr>
          <p:nvPr/>
        </p:nvSpPr>
        <p:spPr>
          <a:xfrm>
            <a:off x="41624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8" name="E0 PE 12,13">
            <a:extLst>
              <a:ext uri="{FF2B5EF4-FFF2-40B4-BE49-F238E27FC236}">
                <a16:creationId xmlns:a16="http://schemas.microsoft.com/office/drawing/2014/main" id="{F6477F6B-07D6-463D-9380-0C603F04F3EC}"/>
              </a:ext>
            </a:extLst>
          </p:cNvPr>
          <p:cNvSpPr>
            <a:spLocks noGrp="1"/>
          </p:cNvSpPr>
          <p:nvPr/>
        </p:nvSpPr>
        <p:spPr>
          <a:xfrm>
            <a:off x="43148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9" name="E0 PE 12,14">
            <a:extLst>
              <a:ext uri="{FF2B5EF4-FFF2-40B4-BE49-F238E27FC236}">
                <a16:creationId xmlns:a16="http://schemas.microsoft.com/office/drawing/2014/main" id="{6A3688D7-7E62-493C-9745-7F2BBF82E97A}"/>
              </a:ext>
            </a:extLst>
          </p:cNvPr>
          <p:cNvSpPr>
            <a:spLocks noGrp="1"/>
          </p:cNvSpPr>
          <p:nvPr/>
        </p:nvSpPr>
        <p:spPr>
          <a:xfrm>
            <a:off x="44672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20" name="E0 PE 12,15">
            <a:extLst>
              <a:ext uri="{FF2B5EF4-FFF2-40B4-BE49-F238E27FC236}">
                <a16:creationId xmlns:a16="http://schemas.microsoft.com/office/drawing/2014/main" id="{90B11FC7-6711-4294-8832-15B862CE0217}"/>
              </a:ext>
            </a:extLst>
          </p:cNvPr>
          <p:cNvSpPr>
            <a:spLocks noGrp="1"/>
          </p:cNvSpPr>
          <p:nvPr/>
        </p:nvSpPr>
        <p:spPr>
          <a:xfrm>
            <a:off x="46196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21" name="E0 PE 13,0">
            <a:extLst>
              <a:ext uri="{FF2B5EF4-FFF2-40B4-BE49-F238E27FC236}">
                <a16:creationId xmlns:a16="http://schemas.microsoft.com/office/drawing/2014/main" id="{6DFCC236-8575-43D5-9488-10475F775421}"/>
              </a:ext>
            </a:extLst>
          </p:cNvPr>
          <p:cNvSpPr>
            <a:spLocks noGrp="1"/>
          </p:cNvSpPr>
          <p:nvPr/>
        </p:nvSpPr>
        <p:spPr>
          <a:xfrm>
            <a:off x="23336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22" name="E0 PE 13,1">
            <a:extLst>
              <a:ext uri="{FF2B5EF4-FFF2-40B4-BE49-F238E27FC236}">
                <a16:creationId xmlns:a16="http://schemas.microsoft.com/office/drawing/2014/main" id="{E6C43057-CB3C-4C76-B1E2-CBA17720CE81}"/>
              </a:ext>
            </a:extLst>
          </p:cNvPr>
          <p:cNvSpPr>
            <a:spLocks noGrp="1"/>
          </p:cNvSpPr>
          <p:nvPr/>
        </p:nvSpPr>
        <p:spPr>
          <a:xfrm>
            <a:off x="24860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23" name="E0 PE 13,2">
            <a:extLst>
              <a:ext uri="{FF2B5EF4-FFF2-40B4-BE49-F238E27FC236}">
                <a16:creationId xmlns:a16="http://schemas.microsoft.com/office/drawing/2014/main" id="{9E24BC55-1585-4746-A08C-925BED6A2D61}"/>
              </a:ext>
            </a:extLst>
          </p:cNvPr>
          <p:cNvSpPr>
            <a:spLocks noGrp="1"/>
          </p:cNvSpPr>
          <p:nvPr/>
        </p:nvSpPr>
        <p:spPr>
          <a:xfrm>
            <a:off x="26384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24" name="E0 PE 13,3">
            <a:extLst>
              <a:ext uri="{FF2B5EF4-FFF2-40B4-BE49-F238E27FC236}">
                <a16:creationId xmlns:a16="http://schemas.microsoft.com/office/drawing/2014/main" id="{37E29503-EE83-43F9-B732-D5B1CA35E8CC}"/>
              </a:ext>
            </a:extLst>
          </p:cNvPr>
          <p:cNvSpPr>
            <a:spLocks noGrp="1"/>
          </p:cNvSpPr>
          <p:nvPr/>
        </p:nvSpPr>
        <p:spPr>
          <a:xfrm>
            <a:off x="27908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25" name="E0 PE 13,4">
            <a:extLst>
              <a:ext uri="{FF2B5EF4-FFF2-40B4-BE49-F238E27FC236}">
                <a16:creationId xmlns:a16="http://schemas.microsoft.com/office/drawing/2014/main" id="{0B13DA5A-937B-4B37-B278-D1B4F9412C95}"/>
              </a:ext>
            </a:extLst>
          </p:cNvPr>
          <p:cNvSpPr>
            <a:spLocks noGrp="1"/>
          </p:cNvSpPr>
          <p:nvPr/>
        </p:nvSpPr>
        <p:spPr>
          <a:xfrm>
            <a:off x="29432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26" name="E0 PE 13,5">
            <a:extLst>
              <a:ext uri="{FF2B5EF4-FFF2-40B4-BE49-F238E27FC236}">
                <a16:creationId xmlns:a16="http://schemas.microsoft.com/office/drawing/2014/main" id="{5884D056-04FA-4F29-B056-414792FB3AA6}"/>
              </a:ext>
            </a:extLst>
          </p:cNvPr>
          <p:cNvSpPr>
            <a:spLocks noGrp="1"/>
          </p:cNvSpPr>
          <p:nvPr/>
        </p:nvSpPr>
        <p:spPr>
          <a:xfrm>
            <a:off x="30956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27" name="E0 PE 13,6">
            <a:extLst>
              <a:ext uri="{FF2B5EF4-FFF2-40B4-BE49-F238E27FC236}">
                <a16:creationId xmlns:a16="http://schemas.microsoft.com/office/drawing/2014/main" id="{F10E9D1D-F37E-4522-A1F8-ECD01B3B17A4}"/>
              </a:ext>
            </a:extLst>
          </p:cNvPr>
          <p:cNvSpPr>
            <a:spLocks noGrp="1"/>
          </p:cNvSpPr>
          <p:nvPr/>
        </p:nvSpPr>
        <p:spPr>
          <a:xfrm>
            <a:off x="32480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28" name="E0 PE 13,7">
            <a:extLst>
              <a:ext uri="{FF2B5EF4-FFF2-40B4-BE49-F238E27FC236}">
                <a16:creationId xmlns:a16="http://schemas.microsoft.com/office/drawing/2014/main" id="{327C5781-8162-4727-AADE-8CBADB392E10}"/>
              </a:ext>
            </a:extLst>
          </p:cNvPr>
          <p:cNvSpPr>
            <a:spLocks noGrp="1"/>
          </p:cNvSpPr>
          <p:nvPr/>
        </p:nvSpPr>
        <p:spPr>
          <a:xfrm>
            <a:off x="34004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29" name="E0 PE 13,8">
            <a:extLst>
              <a:ext uri="{FF2B5EF4-FFF2-40B4-BE49-F238E27FC236}">
                <a16:creationId xmlns:a16="http://schemas.microsoft.com/office/drawing/2014/main" id="{5302EA89-9591-488E-BF11-920C58CE6A34}"/>
              </a:ext>
            </a:extLst>
          </p:cNvPr>
          <p:cNvSpPr>
            <a:spLocks noGrp="1"/>
          </p:cNvSpPr>
          <p:nvPr/>
        </p:nvSpPr>
        <p:spPr>
          <a:xfrm>
            <a:off x="35528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30" name="E0 PE 13,9">
            <a:extLst>
              <a:ext uri="{FF2B5EF4-FFF2-40B4-BE49-F238E27FC236}">
                <a16:creationId xmlns:a16="http://schemas.microsoft.com/office/drawing/2014/main" id="{1392E130-775D-4AF2-8842-2ADB8FA01CEC}"/>
              </a:ext>
            </a:extLst>
          </p:cNvPr>
          <p:cNvSpPr>
            <a:spLocks noGrp="1"/>
          </p:cNvSpPr>
          <p:nvPr/>
        </p:nvSpPr>
        <p:spPr>
          <a:xfrm>
            <a:off x="37052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31" name="E0 PE 13,10">
            <a:extLst>
              <a:ext uri="{FF2B5EF4-FFF2-40B4-BE49-F238E27FC236}">
                <a16:creationId xmlns:a16="http://schemas.microsoft.com/office/drawing/2014/main" id="{F86D3115-130E-494E-AE4D-7E33F94558AB}"/>
              </a:ext>
            </a:extLst>
          </p:cNvPr>
          <p:cNvSpPr>
            <a:spLocks noGrp="1"/>
          </p:cNvSpPr>
          <p:nvPr/>
        </p:nvSpPr>
        <p:spPr>
          <a:xfrm>
            <a:off x="38576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32" name="E0 PE 13,11">
            <a:extLst>
              <a:ext uri="{FF2B5EF4-FFF2-40B4-BE49-F238E27FC236}">
                <a16:creationId xmlns:a16="http://schemas.microsoft.com/office/drawing/2014/main" id="{C5B01873-E443-4DA5-AAB5-55F8DD6B6A99}"/>
              </a:ext>
            </a:extLst>
          </p:cNvPr>
          <p:cNvSpPr>
            <a:spLocks noGrp="1"/>
          </p:cNvSpPr>
          <p:nvPr/>
        </p:nvSpPr>
        <p:spPr>
          <a:xfrm>
            <a:off x="40100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33" name="E0 PE 13,12">
            <a:extLst>
              <a:ext uri="{FF2B5EF4-FFF2-40B4-BE49-F238E27FC236}">
                <a16:creationId xmlns:a16="http://schemas.microsoft.com/office/drawing/2014/main" id="{2E3C63B4-DE1B-43FD-AE2A-6DADA2C305C6}"/>
              </a:ext>
            </a:extLst>
          </p:cNvPr>
          <p:cNvSpPr>
            <a:spLocks noGrp="1"/>
          </p:cNvSpPr>
          <p:nvPr/>
        </p:nvSpPr>
        <p:spPr>
          <a:xfrm>
            <a:off x="41624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34" name="E0 PE 13,13">
            <a:extLst>
              <a:ext uri="{FF2B5EF4-FFF2-40B4-BE49-F238E27FC236}">
                <a16:creationId xmlns:a16="http://schemas.microsoft.com/office/drawing/2014/main" id="{A8D4ADFE-4CC6-4ED9-BD57-EE1954E3305F}"/>
              </a:ext>
            </a:extLst>
          </p:cNvPr>
          <p:cNvSpPr>
            <a:spLocks noGrp="1"/>
          </p:cNvSpPr>
          <p:nvPr/>
        </p:nvSpPr>
        <p:spPr>
          <a:xfrm>
            <a:off x="43148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35" name="E0 PE 13,14">
            <a:extLst>
              <a:ext uri="{FF2B5EF4-FFF2-40B4-BE49-F238E27FC236}">
                <a16:creationId xmlns:a16="http://schemas.microsoft.com/office/drawing/2014/main" id="{8EC9D860-54DD-45DA-8E03-E16F92590659}"/>
              </a:ext>
            </a:extLst>
          </p:cNvPr>
          <p:cNvSpPr>
            <a:spLocks noGrp="1"/>
          </p:cNvSpPr>
          <p:nvPr/>
        </p:nvSpPr>
        <p:spPr>
          <a:xfrm>
            <a:off x="44672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36" name="E0 PE 13,15">
            <a:extLst>
              <a:ext uri="{FF2B5EF4-FFF2-40B4-BE49-F238E27FC236}">
                <a16:creationId xmlns:a16="http://schemas.microsoft.com/office/drawing/2014/main" id="{5FF7C895-674C-47E7-922C-DA98CF5069C5}"/>
              </a:ext>
            </a:extLst>
          </p:cNvPr>
          <p:cNvSpPr>
            <a:spLocks noGrp="1"/>
          </p:cNvSpPr>
          <p:nvPr/>
        </p:nvSpPr>
        <p:spPr>
          <a:xfrm>
            <a:off x="46196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37" name="E0 PE 14,0">
            <a:extLst>
              <a:ext uri="{FF2B5EF4-FFF2-40B4-BE49-F238E27FC236}">
                <a16:creationId xmlns:a16="http://schemas.microsoft.com/office/drawing/2014/main" id="{CCDA3688-863D-459C-80F0-7CE3AECA8106}"/>
              </a:ext>
            </a:extLst>
          </p:cNvPr>
          <p:cNvSpPr>
            <a:spLocks noGrp="1"/>
          </p:cNvSpPr>
          <p:nvPr/>
        </p:nvSpPr>
        <p:spPr>
          <a:xfrm>
            <a:off x="23336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38" name="E0 PE 14,1">
            <a:extLst>
              <a:ext uri="{FF2B5EF4-FFF2-40B4-BE49-F238E27FC236}">
                <a16:creationId xmlns:a16="http://schemas.microsoft.com/office/drawing/2014/main" id="{12500F44-5082-4E22-A96B-F553B913FD51}"/>
              </a:ext>
            </a:extLst>
          </p:cNvPr>
          <p:cNvSpPr>
            <a:spLocks noGrp="1"/>
          </p:cNvSpPr>
          <p:nvPr/>
        </p:nvSpPr>
        <p:spPr>
          <a:xfrm>
            <a:off x="24860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39" name="E0 PE 14,2">
            <a:extLst>
              <a:ext uri="{FF2B5EF4-FFF2-40B4-BE49-F238E27FC236}">
                <a16:creationId xmlns:a16="http://schemas.microsoft.com/office/drawing/2014/main" id="{E8A8840E-C1EB-40A1-A7D7-3620DB80441E}"/>
              </a:ext>
            </a:extLst>
          </p:cNvPr>
          <p:cNvSpPr>
            <a:spLocks noGrp="1"/>
          </p:cNvSpPr>
          <p:nvPr/>
        </p:nvSpPr>
        <p:spPr>
          <a:xfrm>
            <a:off x="26384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40" name="E0 PE 14,3">
            <a:extLst>
              <a:ext uri="{FF2B5EF4-FFF2-40B4-BE49-F238E27FC236}">
                <a16:creationId xmlns:a16="http://schemas.microsoft.com/office/drawing/2014/main" id="{F00419DC-1BEC-4AD5-92C5-B17924A20495}"/>
              </a:ext>
            </a:extLst>
          </p:cNvPr>
          <p:cNvSpPr>
            <a:spLocks noGrp="1"/>
          </p:cNvSpPr>
          <p:nvPr/>
        </p:nvSpPr>
        <p:spPr>
          <a:xfrm>
            <a:off x="27908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41" name="E0 PE 14,4">
            <a:extLst>
              <a:ext uri="{FF2B5EF4-FFF2-40B4-BE49-F238E27FC236}">
                <a16:creationId xmlns:a16="http://schemas.microsoft.com/office/drawing/2014/main" id="{2C9C28F7-37F8-4D78-86BB-79EECDFEE1C5}"/>
              </a:ext>
            </a:extLst>
          </p:cNvPr>
          <p:cNvSpPr>
            <a:spLocks noGrp="1"/>
          </p:cNvSpPr>
          <p:nvPr/>
        </p:nvSpPr>
        <p:spPr>
          <a:xfrm>
            <a:off x="29432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42" name="E0 PE 14,5">
            <a:extLst>
              <a:ext uri="{FF2B5EF4-FFF2-40B4-BE49-F238E27FC236}">
                <a16:creationId xmlns:a16="http://schemas.microsoft.com/office/drawing/2014/main" id="{C9CE7880-977D-4ACD-9EA2-FCD64E7F6A8B}"/>
              </a:ext>
            </a:extLst>
          </p:cNvPr>
          <p:cNvSpPr>
            <a:spLocks noGrp="1"/>
          </p:cNvSpPr>
          <p:nvPr/>
        </p:nvSpPr>
        <p:spPr>
          <a:xfrm>
            <a:off x="30956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43" name="E0 PE 14,6">
            <a:extLst>
              <a:ext uri="{FF2B5EF4-FFF2-40B4-BE49-F238E27FC236}">
                <a16:creationId xmlns:a16="http://schemas.microsoft.com/office/drawing/2014/main" id="{A6235575-050B-4245-8ED6-780B47FD95BC}"/>
              </a:ext>
            </a:extLst>
          </p:cNvPr>
          <p:cNvSpPr>
            <a:spLocks noGrp="1"/>
          </p:cNvSpPr>
          <p:nvPr/>
        </p:nvSpPr>
        <p:spPr>
          <a:xfrm>
            <a:off x="32480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44" name="E0 PE 14,7">
            <a:extLst>
              <a:ext uri="{FF2B5EF4-FFF2-40B4-BE49-F238E27FC236}">
                <a16:creationId xmlns:a16="http://schemas.microsoft.com/office/drawing/2014/main" id="{ABC36A3E-B3C7-4A21-9DB9-147C7F43B004}"/>
              </a:ext>
            </a:extLst>
          </p:cNvPr>
          <p:cNvSpPr>
            <a:spLocks noGrp="1"/>
          </p:cNvSpPr>
          <p:nvPr/>
        </p:nvSpPr>
        <p:spPr>
          <a:xfrm>
            <a:off x="34004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45" name="E0 PE 14,8">
            <a:extLst>
              <a:ext uri="{FF2B5EF4-FFF2-40B4-BE49-F238E27FC236}">
                <a16:creationId xmlns:a16="http://schemas.microsoft.com/office/drawing/2014/main" id="{59B2AABB-2A7B-4981-9EF5-E314C8C33909}"/>
              </a:ext>
            </a:extLst>
          </p:cNvPr>
          <p:cNvSpPr>
            <a:spLocks noGrp="1"/>
          </p:cNvSpPr>
          <p:nvPr/>
        </p:nvSpPr>
        <p:spPr>
          <a:xfrm>
            <a:off x="35528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46" name="E0 PE 14,9">
            <a:extLst>
              <a:ext uri="{FF2B5EF4-FFF2-40B4-BE49-F238E27FC236}">
                <a16:creationId xmlns:a16="http://schemas.microsoft.com/office/drawing/2014/main" id="{0FABEFB2-2B35-41A5-B884-C13B13FEDBD3}"/>
              </a:ext>
            </a:extLst>
          </p:cNvPr>
          <p:cNvSpPr>
            <a:spLocks noGrp="1"/>
          </p:cNvSpPr>
          <p:nvPr/>
        </p:nvSpPr>
        <p:spPr>
          <a:xfrm>
            <a:off x="37052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47" name="E0 PE 14,10">
            <a:extLst>
              <a:ext uri="{FF2B5EF4-FFF2-40B4-BE49-F238E27FC236}">
                <a16:creationId xmlns:a16="http://schemas.microsoft.com/office/drawing/2014/main" id="{F397492D-84F5-4E4E-994A-C09ADC24AC55}"/>
              </a:ext>
            </a:extLst>
          </p:cNvPr>
          <p:cNvSpPr>
            <a:spLocks noGrp="1"/>
          </p:cNvSpPr>
          <p:nvPr/>
        </p:nvSpPr>
        <p:spPr>
          <a:xfrm>
            <a:off x="38576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48" name="E0 PE 14,11">
            <a:extLst>
              <a:ext uri="{FF2B5EF4-FFF2-40B4-BE49-F238E27FC236}">
                <a16:creationId xmlns:a16="http://schemas.microsoft.com/office/drawing/2014/main" id="{6FA7BE82-48EA-477F-98DA-A9D73FFFAD28}"/>
              </a:ext>
            </a:extLst>
          </p:cNvPr>
          <p:cNvSpPr>
            <a:spLocks noGrp="1"/>
          </p:cNvSpPr>
          <p:nvPr/>
        </p:nvSpPr>
        <p:spPr>
          <a:xfrm>
            <a:off x="40100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49" name="E0 PE 14,12">
            <a:extLst>
              <a:ext uri="{FF2B5EF4-FFF2-40B4-BE49-F238E27FC236}">
                <a16:creationId xmlns:a16="http://schemas.microsoft.com/office/drawing/2014/main" id="{FCA026E7-FAA5-4D37-A269-087544C66114}"/>
              </a:ext>
            </a:extLst>
          </p:cNvPr>
          <p:cNvSpPr>
            <a:spLocks noGrp="1"/>
          </p:cNvSpPr>
          <p:nvPr/>
        </p:nvSpPr>
        <p:spPr>
          <a:xfrm>
            <a:off x="41624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50" name="E0 PE 14,13">
            <a:extLst>
              <a:ext uri="{FF2B5EF4-FFF2-40B4-BE49-F238E27FC236}">
                <a16:creationId xmlns:a16="http://schemas.microsoft.com/office/drawing/2014/main" id="{C6261C23-B7DB-4E68-B6A7-CD2213C6D4F5}"/>
              </a:ext>
            </a:extLst>
          </p:cNvPr>
          <p:cNvSpPr>
            <a:spLocks noGrp="1"/>
          </p:cNvSpPr>
          <p:nvPr/>
        </p:nvSpPr>
        <p:spPr>
          <a:xfrm>
            <a:off x="43148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51" name="E0 PE 14,14">
            <a:extLst>
              <a:ext uri="{FF2B5EF4-FFF2-40B4-BE49-F238E27FC236}">
                <a16:creationId xmlns:a16="http://schemas.microsoft.com/office/drawing/2014/main" id="{21781191-64C9-4575-8A03-B3BC51C6057D}"/>
              </a:ext>
            </a:extLst>
          </p:cNvPr>
          <p:cNvSpPr>
            <a:spLocks noGrp="1"/>
          </p:cNvSpPr>
          <p:nvPr/>
        </p:nvSpPr>
        <p:spPr>
          <a:xfrm>
            <a:off x="44672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52" name="E0 PE 14,15">
            <a:extLst>
              <a:ext uri="{FF2B5EF4-FFF2-40B4-BE49-F238E27FC236}">
                <a16:creationId xmlns:a16="http://schemas.microsoft.com/office/drawing/2014/main" id="{B9E5D524-AD02-4550-8FB4-A9EB578547AA}"/>
              </a:ext>
            </a:extLst>
          </p:cNvPr>
          <p:cNvSpPr>
            <a:spLocks noGrp="1"/>
          </p:cNvSpPr>
          <p:nvPr/>
        </p:nvSpPr>
        <p:spPr>
          <a:xfrm>
            <a:off x="46196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53" name="E0 PE 15,0">
            <a:extLst>
              <a:ext uri="{FF2B5EF4-FFF2-40B4-BE49-F238E27FC236}">
                <a16:creationId xmlns:a16="http://schemas.microsoft.com/office/drawing/2014/main" id="{26AD74E5-B4C6-4BB2-861F-4EA604CA8D6B}"/>
              </a:ext>
            </a:extLst>
          </p:cNvPr>
          <p:cNvSpPr>
            <a:spLocks noGrp="1"/>
          </p:cNvSpPr>
          <p:nvPr/>
        </p:nvSpPr>
        <p:spPr>
          <a:xfrm>
            <a:off x="23336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54" name="E0 PE 15,1">
            <a:extLst>
              <a:ext uri="{FF2B5EF4-FFF2-40B4-BE49-F238E27FC236}">
                <a16:creationId xmlns:a16="http://schemas.microsoft.com/office/drawing/2014/main" id="{E90E050F-5CDD-4A4B-92F2-A1AAD3683D9B}"/>
              </a:ext>
            </a:extLst>
          </p:cNvPr>
          <p:cNvSpPr>
            <a:spLocks noGrp="1"/>
          </p:cNvSpPr>
          <p:nvPr/>
        </p:nvSpPr>
        <p:spPr>
          <a:xfrm>
            <a:off x="24860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55" name="E0 PE 15,2">
            <a:extLst>
              <a:ext uri="{FF2B5EF4-FFF2-40B4-BE49-F238E27FC236}">
                <a16:creationId xmlns:a16="http://schemas.microsoft.com/office/drawing/2014/main" id="{A9275B4A-2899-49D6-8D18-46A61F835B54}"/>
              </a:ext>
            </a:extLst>
          </p:cNvPr>
          <p:cNvSpPr>
            <a:spLocks noGrp="1"/>
          </p:cNvSpPr>
          <p:nvPr/>
        </p:nvSpPr>
        <p:spPr>
          <a:xfrm>
            <a:off x="26384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56" name="E0 PE 15,3">
            <a:extLst>
              <a:ext uri="{FF2B5EF4-FFF2-40B4-BE49-F238E27FC236}">
                <a16:creationId xmlns:a16="http://schemas.microsoft.com/office/drawing/2014/main" id="{096EF415-D0F9-4670-AA3A-BE783B8E0607}"/>
              </a:ext>
            </a:extLst>
          </p:cNvPr>
          <p:cNvSpPr>
            <a:spLocks noGrp="1"/>
          </p:cNvSpPr>
          <p:nvPr/>
        </p:nvSpPr>
        <p:spPr>
          <a:xfrm>
            <a:off x="27908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57" name="E0 PE 15,4">
            <a:extLst>
              <a:ext uri="{FF2B5EF4-FFF2-40B4-BE49-F238E27FC236}">
                <a16:creationId xmlns:a16="http://schemas.microsoft.com/office/drawing/2014/main" id="{3C85B52A-C1DB-4AE2-AEAA-920325211E97}"/>
              </a:ext>
            </a:extLst>
          </p:cNvPr>
          <p:cNvSpPr>
            <a:spLocks noGrp="1"/>
          </p:cNvSpPr>
          <p:nvPr/>
        </p:nvSpPr>
        <p:spPr>
          <a:xfrm>
            <a:off x="29432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58" name="E0 PE 15,5">
            <a:extLst>
              <a:ext uri="{FF2B5EF4-FFF2-40B4-BE49-F238E27FC236}">
                <a16:creationId xmlns:a16="http://schemas.microsoft.com/office/drawing/2014/main" id="{A9DF5694-2CAB-4BB8-BAC3-473857E14CD3}"/>
              </a:ext>
            </a:extLst>
          </p:cNvPr>
          <p:cNvSpPr>
            <a:spLocks noGrp="1"/>
          </p:cNvSpPr>
          <p:nvPr/>
        </p:nvSpPr>
        <p:spPr>
          <a:xfrm>
            <a:off x="30956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59" name="E0 PE 15,6">
            <a:extLst>
              <a:ext uri="{FF2B5EF4-FFF2-40B4-BE49-F238E27FC236}">
                <a16:creationId xmlns:a16="http://schemas.microsoft.com/office/drawing/2014/main" id="{44307DB9-FE96-4E04-9FAE-970004061393}"/>
              </a:ext>
            </a:extLst>
          </p:cNvPr>
          <p:cNvSpPr>
            <a:spLocks noGrp="1"/>
          </p:cNvSpPr>
          <p:nvPr/>
        </p:nvSpPr>
        <p:spPr>
          <a:xfrm>
            <a:off x="32480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60" name="E0 PE 15,7">
            <a:extLst>
              <a:ext uri="{FF2B5EF4-FFF2-40B4-BE49-F238E27FC236}">
                <a16:creationId xmlns:a16="http://schemas.microsoft.com/office/drawing/2014/main" id="{A5EF2F94-260A-4CFC-8E82-6D266FBED665}"/>
              </a:ext>
            </a:extLst>
          </p:cNvPr>
          <p:cNvSpPr>
            <a:spLocks noGrp="1"/>
          </p:cNvSpPr>
          <p:nvPr/>
        </p:nvSpPr>
        <p:spPr>
          <a:xfrm>
            <a:off x="34004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61" name="E0 PE 15,8">
            <a:extLst>
              <a:ext uri="{FF2B5EF4-FFF2-40B4-BE49-F238E27FC236}">
                <a16:creationId xmlns:a16="http://schemas.microsoft.com/office/drawing/2014/main" id="{31EF4661-B4A7-4C9F-92B1-65D2CDE9329D}"/>
              </a:ext>
            </a:extLst>
          </p:cNvPr>
          <p:cNvSpPr>
            <a:spLocks noGrp="1"/>
          </p:cNvSpPr>
          <p:nvPr/>
        </p:nvSpPr>
        <p:spPr>
          <a:xfrm>
            <a:off x="35528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62" name="E0 PE 15,9">
            <a:extLst>
              <a:ext uri="{FF2B5EF4-FFF2-40B4-BE49-F238E27FC236}">
                <a16:creationId xmlns:a16="http://schemas.microsoft.com/office/drawing/2014/main" id="{7C7AAF37-8A17-4679-86EE-62374E4367C1}"/>
              </a:ext>
            </a:extLst>
          </p:cNvPr>
          <p:cNvSpPr>
            <a:spLocks noGrp="1"/>
          </p:cNvSpPr>
          <p:nvPr/>
        </p:nvSpPr>
        <p:spPr>
          <a:xfrm>
            <a:off x="37052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63" name="E0 PE 15,10">
            <a:extLst>
              <a:ext uri="{FF2B5EF4-FFF2-40B4-BE49-F238E27FC236}">
                <a16:creationId xmlns:a16="http://schemas.microsoft.com/office/drawing/2014/main" id="{08CA7C51-DDDD-4D4F-8211-33C518BCA086}"/>
              </a:ext>
            </a:extLst>
          </p:cNvPr>
          <p:cNvSpPr>
            <a:spLocks noGrp="1"/>
          </p:cNvSpPr>
          <p:nvPr/>
        </p:nvSpPr>
        <p:spPr>
          <a:xfrm>
            <a:off x="38576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64" name="E0 PE 15,11">
            <a:extLst>
              <a:ext uri="{FF2B5EF4-FFF2-40B4-BE49-F238E27FC236}">
                <a16:creationId xmlns:a16="http://schemas.microsoft.com/office/drawing/2014/main" id="{5BD3ACC9-8767-41E9-99FC-D6772004137D}"/>
              </a:ext>
            </a:extLst>
          </p:cNvPr>
          <p:cNvSpPr>
            <a:spLocks noGrp="1"/>
          </p:cNvSpPr>
          <p:nvPr/>
        </p:nvSpPr>
        <p:spPr>
          <a:xfrm>
            <a:off x="40100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65" name="E0 PE 15,12">
            <a:extLst>
              <a:ext uri="{FF2B5EF4-FFF2-40B4-BE49-F238E27FC236}">
                <a16:creationId xmlns:a16="http://schemas.microsoft.com/office/drawing/2014/main" id="{777E1C8D-5E2A-415F-AF48-B08535B5962F}"/>
              </a:ext>
            </a:extLst>
          </p:cNvPr>
          <p:cNvSpPr>
            <a:spLocks noGrp="1"/>
          </p:cNvSpPr>
          <p:nvPr/>
        </p:nvSpPr>
        <p:spPr>
          <a:xfrm>
            <a:off x="41624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66" name="E0 PE 15,13">
            <a:extLst>
              <a:ext uri="{FF2B5EF4-FFF2-40B4-BE49-F238E27FC236}">
                <a16:creationId xmlns:a16="http://schemas.microsoft.com/office/drawing/2014/main" id="{E6212261-C93E-4FDA-BCCC-284818A74030}"/>
              </a:ext>
            </a:extLst>
          </p:cNvPr>
          <p:cNvSpPr>
            <a:spLocks noGrp="1"/>
          </p:cNvSpPr>
          <p:nvPr/>
        </p:nvSpPr>
        <p:spPr>
          <a:xfrm>
            <a:off x="43148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67" name="E0 PE 15,14">
            <a:extLst>
              <a:ext uri="{FF2B5EF4-FFF2-40B4-BE49-F238E27FC236}">
                <a16:creationId xmlns:a16="http://schemas.microsoft.com/office/drawing/2014/main" id="{F9B7E802-1D22-41E8-881D-74B908B88275}"/>
              </a:ext>
            </a:extLst>
          </p:cNvPr>
          <p:cNvSpPr>
            <a:spLocks noGrp="1"/>
          </p:cNvSpPr>
          <p:nvPr/>
        </p:nvSpPr>
        <p:spPr>
          <a:xfrm>
            <a:off x="44672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68" name="E0 PE 15,15">
            <a:extLst>
              <a:ext uri="{FF2B5EF4-FFF2-40B4-BE49-F238E27FC236}">
                <a16:creationId xmlns:a16="http://schemas.microsoft.com/office/drawing/2014/main" id="{9999761A-F5BF-441F-BF9C-983BB0D77E49}"/>
              </a:ext>
            </a:extLst>
          </p:cNvPr>
          <p:cNvSpPr>
            <a:spLocks noGrp="1"/>
          </p:cNvSpPr>
          <p:nvPr/>
        </p:nvSpPr>
        <p:spPr>
          <a:xfrm>
            <a:off x="46196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69" name="Project text 14">
            <a:extLst>
              <a:ext uri="{FF2B5EF4-FFF2-40B4-BE49-F238E27FC236}">
                <a16:creationId xmlns:a16="http://schemas.microsoft.com/office/drawing/2014/main" id="{310CB566-E981-4964-9974-E27A00C7BCF6}"/>
              </a:ext>
            </a:extLst>
          </p:cNvPr>
          <p:cNvSpPr>
            <a:spLocks noGrp="1"/>
          </p:cNvSpPr>
          <p:nvPr/>
        </p:nvSpPr>
        <p:spPr>
          <a:xfrm>
            <a:off x="1809750" y="7286625"/>
            <a:ext cx="3476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325" b="1">
                <a:solidFill>
                  <a:srgbClr val="124E8C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24E8C"/>
                </a:solidFill>
                <a:latin typeface="Calibri"/>
                <a:ea typeface="Calibri"/>
                <a:cs typeface="Calibri"/>
              </a:rPr>
              <a:t>16 x 16 processing elements</a:t>
            </a:r>
          </a:p>
        </p:txBody>
      </p:sp>
      <p:sp>
        <p:nvSpPr>
          <p:cNvPr id="270" name="Project text 15">
            <a:extLst>
              <a:ext uri="{FF2B5EF4-FFF2-40B4-BE49-F238E27FC236}">
                <a16:creationId xmlns:a16="http://schemas.microsoft.com/office/drawing/2014/main" id="{B28FC733-8914-4F04-B9AC-B15C9B9527C0}"/>
              </a:ext>
            </a:extLst>
          </p:cNvPr>
          <p:cNvSpPr>
            <a:spLocks noGrp="1"/>
          </p:cNvSpPr>
          <p:nvPr/>
        </p:nvSpPr>
        <p:spPr>
          <a:xfrm>
            <a:off x="1809750" y="7810500"/>
            <a:ext cx="3476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0">
                <a:solidFill>
                  <a:srgbClr val="2137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1374B"/>
                </a:solidFill>
                <a:latin typeface="Calibri"/>
                <a:ea typeface="Calibri"/>
                <a:cs typeface="Calibri"/>
              </a:rPr>
              <a:t>110 DSP + 146 LUT MACs</a:t>
            </a:r>
          </a:p>
        </p:txBody>
      </p:sp>
      <p:sp>
        <p:nvSpPr>
          <p:cNvPr id="271" name="Project text 16">
            <a:extLst>
              <a:ext uri="{FF2B5EF4-FFF2-40B4-BE49-F238E27FC236}">
                <a16:creationId xmlns:a16="http://schemas.microsoft.com/office/drawing/2014/main" id="{63CFF71D-83AE-43A7-849F-B7418026D05B}"/>
              </a:ext>
            </a:extLst>
          </p:cNvPr>
          <p:cNvSpPr>
            <a:spLocks noGrp="1"/>
          </p:cNvSpPr>
          <p:nvPr/>
        </p:nvSpPr>
        <p:spPr>
          <a:xfrm>
            <a:off x="5838825" y="3924300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700" b="1">
                <a:solidFill>
                  <a:srgbClr val="124E8C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24E8C"/>
                </a:solidFill>
                <a:latin typeface="Calibri"/>
                <a:ea typeface="Calibri"/>
                <a:cs typeface="Calibri"/>
              </a:rPr>
              <a:t>Engine 1</a:t>
            </a:r>
          </a:p>
        </p:txBody>
      </p:sp>
      <p:sp>
        <p:nvSpPr>
          <p:cNvPr id="272" name="E1 PE 0,0">
            <a:extLst>
              <a:ext uri="{FF2B5EF4-FFF2-40B4-BE49-F238E27FC236}">
                <a16:creationId xmlns:a16="http://schemas.microsoft.com/office/drawing/2014/main" id="{32FBB98D-BF16-4A58-8BF1-A64969099383}"/>
              </a:ext>
            </a:extLst>
          </p:cNvPr>
          <p:cNvSpPr>
            <a:spLocks noGrp="1"/>
          </p:cNvSpPr>
          <p:nvPr/>
        </p:nvSpPr>
        <p:spPr>
          <a:xfrm>
            <a:off x="59531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73" name="E1 PE 0,1">
            <a:extLst>
              <a:ext uri="{FF2B5EF4-FFF2-40B4-BE49-F238E27FC236}">
                <a16:creationId xmlns:a16="http://schemas.microsoft.com/office/drawing/2014/main" id="{EAD683B2-9A76-45E4-BD8E-AFDC8C71A9AA}"/>
              </a:ext>
            </a:extLst>
          </p:cNvPr>
          <p:cNvSpPr>
            <a:spLocks noGrp="1"/>
          </p:cNvSpPr>
          <p:nvPr/>
        </p:nvSpPr>
        <p:spPr>
          <a:xfrm>
            <a:off x="61055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74" name="E1 PE 0,2">
            <a:extLst>
              <a:ext uri="{FF2B5EF4-FFF2-40B4-BE49-F238E27FC236}">
                <a16:creationId xmlns:a16="http://schemas.microsoft.com/office/drawing/2014/main" id="{3F261A3E-44CC-47EA-8CF1-F5970BB172F8}"/>
              </a:ext>
            </a:extLst>
          </p:cNvPr>
          <p:cNvSpPr>
            <a:spLocks noGrp="1"/>
          </p:cNvSpPr>
          <p:nvPr/>
        </p:nvSpPr>
        <p:spPr>
          <a:xfrm>
            <a:off x="62579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75" name="E1 PE 0,3">
            <a:extLst>
              <a:ext uri="{FF2B5EF4-FFF2-40B4-BE49-F238E27FC236}">
                <a16:creationId xmlns:a16="http://schemas.microsoft.com/office/drawing/2014/main" id="{B8F49213-139F-4128-A5CB-A6D661ADE0B8}"/>
              </a:ext>
            </a:extLst>
          </p:cNvPr>
          <p:cNvSpPr>
            <a:spLocks noGrp="1"/>
          </p:cNvSpPr>
          <p:nvPr/>
        </p:nvSpPr>
        <p:spPr>
          <a:xfrm>
            <a:off x="64103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76" name="E1 PE 0,4">
            <a:extLst>
              <a:ext uri="{FF2B5EF4-FFF2-40B4-BE49-F238E27FC236}">
                <a16:creationId xmlns:a16="http://schemas.microsoft.com/office/drawing/2014/main" id="{CF178003-11F5-4F93-BCD6-00AF749406A3}"/>
              </a:ext>
            </a:extLst>
          </p:cNvPr>
          <p:cNvSpPr>
            <a:spLocks noGrp="1"/>
          </p:cNvSpPr>
          <p:nvPr/>
        </p:nvSpPr>
        <p:spPr>
          <a:xfrm>
            <a:off x="65627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77" name="E1 PE 0,5">
            <a:extLst>
              <a:ext uri="{FF2B5EF4-FFF2-40B4-BE49-F238E27FC236}">
                <a16:creationId xmlns:a16="http://schemas.microsoft.com/office/drawing/2014/main" id="{54974921-A801-4A0F-9D4A-65E60E22F0B9}"/>
              </a:ext>
            </a:extLst>
          </p:cNvPr>
          <p:cNvSpPr>
            <a:spLocks noGrp="1"/>
          </p:cNvSpPr>
          <p:nvPr/>
        </p:nvSpPr>
        <p:spPr>
          <a:xfrm>
            <a:off x="67151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78" name="E1 PE 0,6">
            <a:extLst>
              <a:ext uri="{FF2B5EF4-FFF2-40B4-BE49-F238E27FC236}">
                <a16:creationId xmlns:a16="http://schemas.microsoft.com/office/drawing/2014/main" id="{786ED3C3-4423-43D5-B183-0C389787FE04}"/>
              </a:ext>
            </a:extLst>
          </p:cNvPr>
          <p:cNvSpPr>
            <a:spLocks noGrp="1"/>
          </p:cNvSpPr>
          <p:nvPr/>
        </p:nvSpPr>
        <p:spPr>
          <a:xfrm>
            <a:off x="68675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79" name="E1 PE 0,7">
            <a:extLst>
              <a:ext uri="{FF2B5EF4-FFF2-40B4-BE49-F238E27FC236}">
                <a16:creationId xmlns:a16="http://schemas.microsoft.com/office/drawing/2014/main" id="{9AFDBD8B-C6C9-482E-B255-719610E2F91E}"/>
              </a:ext>
            </a:extLst>
          </p:cNvPr>
          <p:cNvSpPr>
            <a:spLocks noGrp="1"/>
          </p:cNvSpPr>
          <p:nvPr/>
        </p:nvSpPr>
        <p:spPr>
          <a:xfrm>
            <a:off x="70199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80" name="E1 PE 0,8">
            <a:extLst>
              <a:ext uri="{FF2B5EF4-FFF2-40B4-BE49-F238E27FC236}">
                <a16:creationId xmlns:a16="http://schemas.microsoft.com/office/drawing/2014/main" id="{62FEF165-1542-4D1F-A076-CB3F88D6F169}"/>
              </a:ext>
            </a:extLst>
          </p:cNvPr>
          <p:cNvSpPr>
            <a:spLocks noGrp="1"/>
          </p:cNvSpPr>
          <p:nvPr/>
        </p:nvSpPr>
        <p:spPr>
          <a:xfrm>
            <a:off x="71723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81" name="E1 PE 0,9">
            <a:extLst>
              <a:ext uri="{FF2B5EF4-FFF2-40B4-BE49-F238E27FC236}">
                <a16:creationId xmlns:a16="http://schemas.microsoft.com/office/drawing/2014/main" id="{B321FF85-8BC9-4D3C-BA31-E2783194A136}"/>
              </a:ext>
            </a:extLst>
          </p:cNvPr>
          <p:cNvSpPr>
            <a:spLocks noGrp="1"/>
          </p:cNvSpPr>
          <p:nvPr/>
        </p:nvSpPr>
        <p:spPr>
          <a:xfrm>
            <a:off x="73247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82" name="E1 PE 0,10">
            <a:extLst>
              <a:ext uri="{FF2B5EF4-FFF2-40B4-BE49-F238E27FC236}">
                <a16:creationId xmlns:a16="http://schemas.microsoft.com/office/drawing/2014/main" id="{5CFC178E-F648-4F0E-8C65-7F7C63A7E27A}"/>
              </a:ext>
            </a:extLst>
          </p:cNvPr>
          <p:cNvSpPr>
            <a:spLocks noGrp="1"/>
          </p:cNvSpPr>
          <p:nvPr/>
        </p:nvSpPr>
        <p:spPr>
          <a:xfrm>
            <a:off x="74771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83" name="E1 PE 0,11">
            <a:extLst>
              <a:ext uri="{FF2B5EF4-FFF2-40B4-BE49-F238E27FC236}">
                <a16:creationId xmlns:a16="http://schemas.microsoft.com/office/drawing/2014/main" id="{497AC4C4-5A7C-41D6-B6A9-D8FD892CB71D}"/>
              </a:ext>
            </a:extLst>
          </p:cNvPr>
          <p:cNvSpPr>
            <a:spLocks noGrp="1"/>
          </p:cNvSpPr>
          <p:nvPr/>
        </p:nvSpPr>
        <p:spPr>
          <a:xfrm>
            <a:off x="76295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84" name="E1 PE 0,12">
            <a:extLst>
              <a:ext uri="{FF2B5EF4-FFF2-40B4-BE49-F238E27FC236}">
                <a16:creationId xmlns:a16="http://schemas.microsoft.com/office/drawing/2014/main" id="{97F4BF8F-AEE1-4D05-BFFF-D3FFC5476BDF}"/>
              </a:ext>
            </a:extLst>
          </p:cNvPr>
          <p:cNvSpPr>
            <a:spLocks noGrp="1"/>
          </p:cNvSpPr>
          <p:nvPr/>
        </p:nvSpPr>
        <p:spPr>
          <a:xfrm>
            <a:off x="77819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85" name="E1 PE 0,13">
            <a:extLst>
              <a:ext uri="{FF2B5EF4-FFF2-40B4-BE49-F238E27FC236}">
                <a16:creationId xmlns:a16="http://schemas.microsoft.com/office/drawing/2014/main" id="{8BFDAE46-3980-456C-BA19-553BA557D433}"/>
              </a:ext>
            </a:extLst>
          </p:cNvPr>
          <p:cNvSpPr>
            <a:spLocks noGrp="1"/>
          </p:cNvSpPr>
          <p:nvPr/>
        </p:nvSpPr>
        <p:spPr>
          <a:xfrm>
            <a:off x="79343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86" name="E1 PE 0,14">
            <a:extLst>
              <a:ext uri="{FF2B5EF4-FFF2-40B4-BE49-F238E27FC236}">
                <a16:creationId xmlns:a16="http://schemas.microsoft.com/office/drawing/2014/main" id="{9802E0CA-E9F0-4425-87FB-CD3396ECBD1E}"/>
              </a:ext>
            </a:extLst>
          </p:cNvPr>
          <p:cNvSpPr>
            <a:spLocks noGrp="1"/>
          </p:cNvSpPr>
          <p:nvPr/>
        </p:nvSpPr>
        <p:spPr>
          <a:xfrm>
            <a:off x="80867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87" name="E1 PE 0,15">
            <a:extLst>
              <a:ext uri="{FF2B5EF4-FFF2-40B4-BE49-F238E27FC236}">
                <a16:creationId xmlns:a16="http://schemas.microsoft.com/office/drawing/2014/main" id="{CE507380-63F8-473A-8E22-EBB76EDDFD8A}"/>
              </a:ext>
            </a:extLst>
          </p:cNvPr>
          <p:cNvSpPr>
            <a:spLocks noGrp="1"/>
          </p:cNvSpPr>
          <p:nvPr/>
        </p:nvSpPr>
        <p:spPr>
          <a:xfrm>
            <a:off x="8239125" y="4619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88" name="E1 PE 1,0">
            <a:extLst>
              <a:ext uri="{FF2B5EF4-FFF2-40B4-BE49-F238E27FC236}">
                <a16:creationId xmlns:a16="http://schemas.microsoft.com/office/drawing/2014/main" id="{0F9FEE4E-291B-42F2-BF76-8E23F2587223}"/>
              </a:ext>
            </a:extLst>
          </p:cNvPr>
          <p:cNvSpPr>
            <a:spLocks noGrp="1"/>
          </p:cNvSpPr>
          <p:nvPr/>
        </p:nvSpPr>
        <p:spPr>
          <a:xfrm>
            <a:off x="59531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89" name="E1 PE 1,1">
            <a:extLst>
              <a:ext uri="{FF2B5EF4-FFF2-40B4-BE49-F238E27FC236}">
                <a16:creationId xmlns:a16="http://schemas.microsoft.com/office/drawing/2014/main" id="{F331F19E-93AA-4543-9798-FA7A97D80938}"/>
              </a:ext>
            </a:extLst>
          </p:cNvPr>
          <p:cNvSpPr>
            <a:spLocks noGrp="1"/>
          </p:cNvSpPr>
          <p:nvPr/>
        </p:nvSpPr>
        <p:spPr>
          <a:xfrm>
            <a:off x="61055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90" name="E1 PE 1,2">
            <a:extLst>
              <a:ext uri="{FF2B5EF4-FFF2-40B4-BE49-F238E27FC236}">
                <a16:creationId xmlns:a16="http://schemas.microsoft.com/office/drawing/2014/main" id="{60CA0305-7FB4-40CA-ABCE-78C01B019DAE}"/>
              </a:ext>
            </a:extLst>
          </p:cNvPr>
          <p:cNvSpPr>
            <a:spLocks noGrp="1"/>
          </p:cNvSpPr>
          <p:nvPr/>
        </p:nvSpPr>
        <p:spPr>
          <a:xfrm>
            <a:off x="62579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91" name="E1 PE 1,3">
            <a:extLst>
              <a:ext uri="{FF2B5EF4-FFF2-40B4-BE49-F238E27FC236}">
                <a16:creationId xmlns:a16="http://schemas.microsoft.com/office/drawing/2014/main" id="{2B84D62B-7A15-4335-93F6-8136E9D7A6C5}"/>
              </a:ext>
            </a:extLst>
          </p:cNvPr>
          <p:cNvSpPr>
            <a:spLocks noGrp="1"/>
          </p:cNvSpPr>
          <p:nvPr/>
        </p:nvSpPr>
        <p:spPr>
          <a:xfrm>
            <a:off x="64103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92" name="E1 PE 1,4">
            <a:extLst>
              <a:ext uri="{FF2B5EF4-FFF2-40B4-BE49-F238E27FC236}">
                <a16:creationId xmlns:a16="http://schemas.microsoft.com/office/drawing/2014/main" id="{340DF7F5-5A80-40B4-B8BD-CE4DFA0E7AFE}"/>
              </a:ext>
            </a:extLst>
          </p:cNvPr>
          <p:cNvSpPr>
            <a:spLocks noGrp="1"/>
          </p:cNvSpPr>
          <p:nvPr/>
        </p:nvSpPr>
        <p:spPr>
          <a:xfrm>
            <a:off x="65627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93" name="E1 PE 1,5">
            <a:extLst>
              <a:ext uri="{FF2B5EF4-FFF2-40B4-BE49-F238E27FC236}">
                <a16:creationId xmlns:a16="http://schemas.microsoft.com/office/drawing/2014/main" id="{F336842F-CF23-4503-B56C-C23FA4E6451D}"/>
              </a:ext>
            </a:extLst>
          </p:cNvPr>
          <p:cNvSpPr>
            <a:spLocks noGrp="1"/>
          </p:cNvSpPr>
          <p:nvPr/>
        </p:nvSpPr>
        <p:spPr>
          <a:xfrm>
            <a:off x="67151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94" name="E1 PE 1,6">
            <a:extLst>
              <a:ext uri="{FF2B5EF4-FFF2-40B4-BE49-F238E27FC236}">
                <a16:creationId xmlns:a16="http://schemas.microsoft.com/office/drawing/2014/main" id="{BECEEBAA-E9ED-4988-B139-9E5649C28009}"/>
              </a:ext>
            </a:extLst>
          </p:cNvPr>
          <p:cNvSpPr>
            <a:spLocks noGrp="1"/>
          </p:cNvSpPr>
          <p:nvPr/>
        </p:nvSpPr>
        <p:spPr>
          <a:xfrm>
            <a:off x="68675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95" name="E1 PE 1,7">
            <a:extLst>
              <a:ext uri="{FF2B5EF4-FFF2-40B4-BE49-F238E27FC236}">
                <a16:creationId xmlns:a16="http://schemas.microsoft.com/office/drawing/2014/main" id="{9B4BF592-6597-4F89-93CD-1A3EBC5D6CDD}"/>
              </a:ext>
            </a:extLst>
          </p:cNvPr>
          <p:cNvSpPr>
            <a:spLocks noGrp="1"/>
          </p:cNvSpPr>
          <p:nvPr/>
        </p:nvSpPr>
        <p:spPr>
          <a:xfrm>
            <a:off x="70199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96" name="E1 PE 1,8">
            <a:extLst>
              <a:ext uri="{FF2B5EF4-FFF2-40B4-BE49-F238E27FC236}">
                <a16:creationId xmlns:a16="http://schemas.microsoft.com/office/drawing/2014/main" id="{BA733803-079E-4113-B0FF-49D9E03A6EAF}"/>
              </a:ext>
            </a:extLst>
          </p:cNvPr>
          <p:cNvSpPr>
            <a:spLocks noGrp="1"/>
          </p:cNvSpPr>
          <p:nvPr/>
        </p:nvSpPr>
        <p:spPr>
          <a:xfrm>
            <a:off x="71723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97" name="E1 PE 1,9">
            <a:extLst>
              <a:ext uri="{FF2B5EF4-FFF2-40B4-BE49-F238E27FC236}">
                <a16:creationId xmlns:a16="http://schemas.microsoft.com/office/drawing/2014/main" id="{2475F58E-8CE9-42D3-B230-6CA59BAF41A4}"/>
              </a:ext>
            </a:extLst>
          </p:cNvPr>
          <p:cNvSpPr>
            <a:spLocks noGrp="1"/>
          </p:cNvSpPr>
          <p:nvPr/>
        </p:nvSpPr>
        <p:spPr>
          <a:xfrm>
            <a:off x="73247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98" name="E1 PE 1,10">
            <a:extLst>
              <a:ext uri="{FF2B5EF4-FFF2-40B4-BE49-F238E27FC236}">
                <a16:creationId xmlns:a16="http://schemas.microsoft.com/office/drawing/2014/main" id="{4C89EDDB-1CA3-4173-9FD0-CDE3795149D5}"/>
              </a:ext>
            </a:extLst>
          </p:cNvPr>
          <p:cNvSpPr>
            <a:spLocks noGrp="1"/>
          </p:cNvSpPr>
          <p:nvPr/>
        </p:nvSpPr>
        <p:spPr>
          <a:xfrm>
            <a:off x="74771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99" name="E1 PE 1,11">
            <a:extLst>
              <a:ext uri="{FF2B5EF4-FFF2-40B4-BE49-F238E27FC236}">
                <a16:creationId xmlns:a16="http://schemas.microsoft.com/office/drawing/2014/main" id="{71930E70-A2C9-4AB4-A91F-2D247F87C5AE}"/>
              </a:ext>
            </a:extLst>
          </p:cNvPr>
          <p:cNvSpPr>
            <a:spLocks noGrp="1"/>
          </p:cNvSpPr>
          <p:nvPr/>
        </p:nvSpPr>
        <p:spPr>
          <a:xfrm>
            <a:off x="76295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00" name="E1 PE 1,12">
            <a:extLst>
              <a:ext uri="{FF2B5EF4-FFF2-40B4-BE49-F238E27FC236}">
                <a16:creationId xmlns:a16="http://schemas.microsoft.com/office/drawing/2014/main" id="{311636E4-FF17-4CA6-93B3-0B1D4072EF53}"/>
              </a:ext>
            </a:extLst>
          </p:cNvPr>
          <p:cNvSpPr>
            <a:spLocks noGrp="1"/>
          </p:cNvSpPr>
          <p:nvPr/>
        </p:nvSpPr>
        <p:spPr>
          <a:xfrm>
            <a:off x="77819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01" name="E1 PE 1,13">
            <a:extLst>
              <a:ext uri="{FF2B5EF4-FFF2-40B4-BE49-F238E27FC236}">
                <a16:creationId xmlns:a16="http://schemas.microsoft.com/office/drawing/2014/main" id="{935885DA-0350-4F35-A53F-1ACE3D3405C0}"/>
              </a:ext>
            </a:extLst>
          </p:cNvPr>
          <p:cNvSpPr>
            <a:spLocks noGrp="1"/>
          </p:cNvSpPr>
          <p:nvPr/>
        </p:nvSpPr>
        <p:spPr>
          <a:xfrm>
            <a:off x="79343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02" name="E1 PE 1,14">
            <a:extLst>
              <a:ext uri="{FF2B5EF4-FFF2-40B4-BE49-F238E27FC236}">
                <a16:creationId xmlns:a16="http://schemas.microsoft.com/office/drawing/2014/main" id="{E5B241A1-2822-40E2-B432-2FB8C1E9B0B0}"/>
              </a:ext>
            </a:extLst>
          </p:cNvPr>
          <p:cNvSpPr>
            <a:spLocks noGrp="1"/>
          </p:cNvSpPr>
          <p:nvPr/>
        </p:nvSpPr>
        <p:spPr>
          <a:xfrm>
            <a:off x="80867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03" name="E1 PE 1,15">
            <a:extLst>
              <a:ext uri="{FF2B5EF4-FFF2-40B4-BE49-F238E27FC236}">
                <a16:creationId xmlns:a16="http://schemas.microsoft.com/office/drawing/2014/main" id="{94626F06-DBB3-4B9B-963C-EBB4E003EC2D}"/>
              </a:ext>
            </a:extLst>
          </p:cNvPr>
          <p:cNvSpPr>
            <a:spLocks noGrp="1"/>
          </p:cNvSpPr>
          <p:nvPr/>
        </p:nvSpPr>
        <p:spPr>
          <a:xfrm>
            <a:off x="8239125" y="4772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04" name="E1 PE 2,0">
            <a:extLst>
              <a:ext uri="{FF2B5EF4-FFF2-40B4-BE49-F238E27FC236}">
                <a16:creationId xmlns:a16="http://schemas.microsoft.com/office/drawing/2014/main" id="{D22E84FF-DB56-4C97-8DF5-7267FD91AC18}"/>
              </a:ext>
            </a:extLst>
          </p:cNvPr>
          <p:cNvSpPr>
            <a:spLocks noGrp="1"/>
          </p:cNvSpPr>
          <p:nvPr/>
        </p:nvSpPr>
        <p:spPr>
          <a:xfrm>
            <a:off x="59531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05" name="E1 PE 2,1">
            <a:extLst>
              <a:ext uri="{FF2B5EF4-FFF2-40B4-BE49-F238E27FC236}">
                <a16:creationId xmlns:a16="http://schemas.microsoft.com/office/drawing/2014/main" id="{61208B6B-8C03-41DB-B5A9-AFF9F94E3A26}"/>
              </a:ext>
            </a:extLst>
          </p:cNvPr>
          <p:cNvSpPr>
            <a:spLocks noGrp="1"/>
          </p:cNvSpPr>
          <p:nvPr/>
        </p:nvSpPr>
        <p:spPr>
          <a:xfrm>
            <a:off x="61055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06" name="E1 PE 2,2">
            <a:extLst>
              <a:ext uri="{FF2B5EF4-FFF2-40B4-BE49-F238E27FC236}">
                <a16:creationId xmlns:a16="http://schemas.microsoft.com/office/drawing/2014/main" id="{C3415231-4FC5-47D7-9F93-B1835F6AFA3B}"/>
              </a:ext>
            </a:extLst>
          </p:cNvPr>
          <p:cNvSpPr>
            <a:spLocks noGrp="1"/>
          </p:cNvSpPr>
          <p:nvPr/>
        </p:nvSpPr>
        <p:spPr>
          <a:xfrm>
            <a:off x="62579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07" name="E1 PE 2,3">
            <a:extLst>
              <a:ext uri="{FF2B5EF4-FFF2-40B4-BE49-F238E27FC236}">
                <a16:creationId xmlns:a16="http://schemas.microsoft.com/office/drawing/2014/main" id="{F7C55C50-0540-4056-A02E-BD1D3020B450}"/>
              </a:ext>
            </a:extLst>
          </p:cNvPr>
          <p:cNvSpPr>
            <a:spLocks noGrp="1"/>
          </p:cNvSpPr>
          <p:nvPr/>
        </p:nvSpPr>
        <p:spPr>
          <a:xfrm>
            <a:off x="64103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08" name="E1 PE 2,4">
            <a:extLst>
              <a:ext uri="{FF2B5EF4-FFF2-40B4-BE49-F238E27FC236}">
                <a16:creationId xmlns:a16="http://schemas.microsoft.com/office/drawing/2014/main" id="{A2D73F6D-DB85-4F5D-82CC-E4F5824CECC5}"/>
              </a:ext>
            </a:extLst>
          </p:cNvPr>
          <p:cNvSpPr>
            <a:spLocks noGrp="1"/>
          </p:cNvSpPr>
          <p:nvPr/>
        </p:nvSpPr>
        <p:spPr>
          <a:xfrm>
            <a:off x="65627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09" name="E1 PE 2,5">
            <a:extLst>
              <a:ext uri="{FF2B5EF4-FFF2-40B4-BE49-F238E27FC236}">
                <a16:creationId xmlns:a16="http://schemas.microsoft.com/office/drawing/2014/main" id="{D89D68B8-4677-4093-8DD0-B3F0C3310708}"/>
              </a:ext>
            </a:extLst>
          </p:cNvPr>
          <p:cNvSpPr>
            <a:spLocks noGrp="1"/>
          </p:cNvSpPr>
          <p:nvPr/>
        </p:nvSpPr>
        <p:spPr>
          <a:xfrm>
            <a:off x="67151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10" name="E1 PE 2,6">
            <a:extLst>
              <a:ext uri="{FF2B5EF4-FFF2-40B4-BE49-F238E27FC236}">
                <a16:creationId xmlns:a16="http://schemas.microsoft.com/office/drawing/2014/main" id="{8540B75A-A114-4C40-BAF8-4A9CD338801E}"/>
              </a:ext>
            </a:extLst>
          </p:cNvPr>
          <p:cNvSpPr>
            <a:spLocks noGrp="1"/>
          </p:cNvSpPr>
          <p:nvPr/>
        </p:nvSpPr>
        <p:spPr>
          <a:xfrm>
            <a:off x="68675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11" name="E1 PE 2,7">
            <a:extLst>
              <a:ext uri="{FF2B5EF4-FFF2-40B4-BE49-F238E27FC236}">
                <a16:creationId xmlns:a16="http://schemas.microsoft.com/office/drawing/2014/main" id="{C66588E7-346F-4A55-9768-EE202E07DF5E}"/>
              </a:ext>
            </a:extLst>
          </p:cNvPr>
          <p:cNvSpPr>
            <a:spLocks noGrp="1"/>
          </p:cNvSpPr>
          <p:nvPr/>
        </p:nvSpPr>
        <p:spPr>
          <a:xfrm>
            <a:off x="70199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12" name="E1 PE 2,8">
            <a:extLst>
              <a:ext uri="{FF2B5EF4-FFF2-40B4-BE49-F238E27FC236}">
                <a16:creationId xmlns:a16="http://schemas.microsoft.com/office/drawing/2014/main" id="{8C3730DC-B1F2-42F2-87EF-17617D978C9C}"/>
              </a:ext>
            </a:extLst>
          </p:cNvPr>
          <p:cNvSpPr>
            <a:spLocks noGrp="1"/>
          </p:cNvSpPr>
          <p:nvPr/>
        </p:nvSpPr>
        <p:spPr>
          <a:xfrm>
            <a:off x="71723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13" name="E1 PE 2,9">
            <a:extLst>
              <a:ext uri="{FF2B5EF4-FFF2-40B4-BE49-F238E27FC236}">
                <a16:creationId xmlns:a16="http://schemas.microsoft.com/office/drawing/2014/main" id="{29FE4FDC-638C-4190-89EC-E600481DD883}"/>
              </a:ext>
            </a:extLst>
          </p:cNvPr>
          <p:cNvSpPr>
            <a:spLocks noGrp="1"/>
          </p:cNvSpPr>
          <p:nvPr/>
        </p:nvSpPr>
        <p:spPr>
          <a:xfrm>
            <a:off x="73247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14" name="E1 PE 2,10">
            <a:extLst>
              <a:ext uri="{FF2B5EF4-FFF2-40B4-BE49-F238E27FC236}">
                <a16:creationId xmlns:a16="http://schemas.microsoft.com/office/drawing/2014/main" id="{9DD6619A-7427-4404-AB9D-CCC6F811F569}"/>
              </a:ext>
            </a:extLst>
          </p:cNvPr>
          <p:cNvSpPr>
            <a:spLocks noGrp="1"/>
          </p:cNvSpPr>
          <p:nvPr/>
        </p:nvSpPr>
        <p:spPr>
          <a:xfrm>
            <a:off x="74771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15" name="E1 PE 2,11">
            <a:extLst>
              <a:ext uri="{FF2B5EF4-FFF2-40B4-BE49-F238E27FC236}">
                <a16:creationId xmlns:a16="http://schemas.microsoft.com/office/drawing/2014/main" id="{E86B364A-52C3-494D-A627-69E16519AE0B}"/>
              </a:ext>
            </a:extLst>
          </p:cNvPr>
          <p:cNvSpPr>
            <a:spLocks noGrp="1"/>
          </p:cNvSpPr>
          <p:nvPr/>
        </p:nvSpPr>
        <p:spPr>
          <a:xfrm>
            <a:off x="76295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16" name="E1 PE 2,12">
            <a:extLst>
              <a:ext uri="{FF2B5EF4-FFF2-40B4-BE49-F238E27FC236}">
                <a16:creationId xmlns:a16="http://schemas.microsoft.com/office/drawing/2014/main" id="{9237973B-E72A-47AB-964E-2E7597DB09EC}"/>
              </a:ext>
            </a:extLst>
          </p:cNvPr>
          <p:cNvSpPr>
            <a:spLocks noGrp="1"/>
          </p:cNvSpPr>
          <p:nvPr/>
        </p:nvSpPr>
        <p:spPr>
          <a:xfrm>
            <a:off x="77819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17" name="E1 PE 2,13">
            <a:extLst>
              <a:ext uri="{FF2B5EF4-FFF2-40B4-BE49-F238E27FC236}">
                <a16:creationId xmlns:a16="http://schemas.microsoft.com/office/drawing/2014/main" id="{CE10AB61-ECD0-412A-BB88-4DD796F15E1E}"/>
              </a:ext>
            </a:extLst>
          </p:cNvPr>
          <p:cNvSpPr>
            <a:spLocks noGrp="1"/>
          </p:cNvSpPr>
          <p:nvPr/>
        </p:nvSpPr>
        <p:spPr>
          <a:xfrm>
            <a:off x="79343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18" name="E1 PE 2,14">
            <a:extLst>
              <a:ext uri="{FF2B5EF4-FFF2-40B4-BE49-F238E27FC236}">
                <a16:creationId xmlns:a16="http://schemas.microsoft.com/office/drawing/2014/main" id="{53E820BF-298F-46BF-947B-2882B5788A82}"/>
              </a:ext>
            </a:extLst>
          </p:cNvPr>
          <p:cNvSpPr>
            <a:spLocks noGrp="1"/>
          </p:cNvSpPr>
          <p:nvPr/>
        </p:nvSpPr>
        <p:spPr>
          <a:xfrm>
            <a:off x="80867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19" name="E1 PE 2,15">
            <a:extLst>
              <a:ext uri="{FF2B5EF4-FFF2-40B4-BE49-F238E27FC236}">
                <a16:creationId xmlns:a16="http://schemas.microsoft.com/office/drawing/2014/main" id="{BA52A305-EA03-44AF-8A72-E4024012B0F2}"/>
              </a:ext>
            </a:extLst>
          </p:cNvPr>
          <p:cNvSpPr>
            <a:spLocks noGrp="1"/>
          </p:cNvSpPr>
          <p:nvPr/>
        </p:nvSpPr>
        <p:spPr>
          <a:xfrm>
            <a:off x="8239125" y="49244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20" name="E1 PE 3,0">
            <a:extLst>
              <a:ext uri="{FF2B5EF4-FFF2-40B4-BE49-F238E27FC236}">
                <a16:creationId xmlns:a16="http://schemas.microsoft.com/office/drawing/2014/main" id="{AA3BAE7C-7535-45B3-81E1-7A0C1B4BC009}"/>
              </a:ext>
            </a:extLst>
          </p:cNvPr>
          <p:cNvSpPr>
            <a:spLocks noGrp="1"/>
          </p:cNvSpPr>
          <p:nvPr/>
        </p:nvSpPr>
        <p:spPr>
          <a:xfrm>
            <a:off x="59531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21" name="E1 PE 3,1">
            <a:extLst>
              <a:ext uri="{FF2B5EF4-FFF2-40B4-BE49-F238E27FC236}">
                <a16:creationId xmlns:a16="http://schemas.microsoft.com/office/drawing/2014/main" id="{92552FB8-C40C-4BA2-A027-CC3081D824CD}"/>
              </a:ext>
            </a:extLst>
          </p:cNvPr>
          <p:cNvSpPr>
            <a:spLocks noGrp="1"/>
          </p:cNvSpPr>
          <p:nvPr/>
        </p:nvSpPr>
        <p:spPr>
          <a:xfrm>
            <a:off x="61055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22" name="E1 PE 3,2">
            <a:extLst>
              <a:ext uri="{FF2B5EF4-FFF2-40B4-BE49-F238E27FC236}">
                <a16:creationId xmlns:a16="http://schemas.microsoft.com/office/drawing/2014/main" id="{17C020C9-22EB-4590-A41A-7B0397694B45}"/>
              </a:ext>
            </a:extLst>
          </p:cNvPr>
          <p:cNvSpPr>
            <a:spLocks noGrp="1"/>
          </p:cNvSpPr>
          <p:nvPr/>
        </p:nvSpPr>
        <p:spPr>
          <a:xfrm>
            <a:off x="62579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23" name="E1 PE 3,3">
            <a:extLst>
              <a:ext uri="{FF2B5EF4-FFF2-40B4-BE49-F238E27FC236}">
                <a16:creationId xmlns:a16="http://schemas.microsoft.com/office/drawing/2014/main" id="{D78E96DB-3A5D-49C8-BBB9-F516E45A5DD7}"/>
              </a:ext>
            </a:extLst>
          </p:cNvPr>
          <p:cNvSpPr>
            <a:spLocks noGrp="1"/>
          </p:cNvSpPr>
          <p:nvPr/>
        </p:nvSpPr>
        <p:spPr>
          <a:xfrm>
            <a:off x="64103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24" name="E1 PE 3,4">
            <a:extLst>
              <a:ext uri="{FF2B5EF4-FFF2-40B4-BE49-F238E27FC236}">
                <a16:creationId xmlns:a16="http://schemas.microsoft.com/office/drawing/2014/main" id="{8F4FFEDD-8B55-40D1-94AF-CDE0EDFB9366}"/>
              </a:ext>
            </a:extLst>
          </p:cNvPr>
          <p:cNvSpPr>
            <a:spLocks noGrp="1"/>
          </p:cNvSpPr>
          <p:nvPr/>
        </p:nvSpPr>
        <p:spPr>
          <a:xfrm>
            <a:off x="65627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25" name="E1 PE 3,5">
            <a:extLst>
              <a:ext uri="{FF2B5EF4-FFF2-40B4-BE49-F238E27FC236}">
                <a16:creationId xmlns:a16="http://schemas.microsoft.com/office/drawing/2014/main" id="{88EAD053-52C5-405D-9D41-D54BBA670F1A}"/>
              </a:ext>
            </a:extLst>
          </p:cNvPr>
          <p:cNvSpPr>
            <a:spLocks noGrp="1"/>
          </p:cNvSpPr>
          <p:nvPr/>
        </p:nvSpPr>
        <p:spPr>
          <a:xfrm>
            <a:off x="67151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26" name="E1 PE 3,6">
            <a:extLst>
              <a:ext uri="{FF2B5EF4-FFF2-40B4-BE49-F238E27FC236}">
                <a16:creationId xmlns:a16="http://schemas.microsoft.com/office/drawing/2014/main" id="{C8E2248C-CDF4-4DE6-952E-567ABD9C92CD}"/>
              </a:ext>
            </a:extLst>
          </p:cNvPr>
          <p:cNvSpPr>
            <a:spLocks noGrp="1"/>
          </p:cNvSpPr>
          <p:nvPr/>
        </p:nvSpPr>
        <p:spPr>
          <a:xfrm>
            <a:off x="68675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27" name="E1 PE 3,7">
            <a:extLst>
              <a:ext uri="{FF2B5EF4-FFF2-40B4-BE49-F238E27FC236}">
                <a16:creationId xmlns:a16="http://schemas.microsoft.com/office/drawing/2014/main" id="{43290124-CDAE-45CF-AB03-87C44292F2D8}"/>
              </a:ext>
            </a:extLst>
          </p:cNvPr>
          <p:cNvSpPr>
            <a:spLocks noGrp="1"/>
          </p:cNvSpPr>
          <p:nvPr/>
        </p:nvSpPr>
        <p:spPr>
          <a:xfrm>
            <a:off x="70199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28" name="E1 PE 3,8">
            <a:extLst>
              <a:ext uri="{FF2B5EF4-FFF2-40B4-BE49-F238E27FC236}">
                <a16:creationId xmlns:a16="http://schemas.microsoft.com/office/drawing/2014/main" id="{126417F6-DB9E-41F2-9794-B0BCB44AD8CC}"/>
              </a:ext>
            </a:extLst>
          </p:cNvPr>
          <p:cNvSpPr>
            <a:spLocks noGrp="1"/>
          </p:cNvSpPr>
          <p:nvPr/>
        </p:nvSpPr>
        <p:spPr>
          <a:xfrm>
            <a:off x="71723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29" name="E1 PE 3,9">
            <a:extLst>
              <a:ext uri="{FF2B5EF4-FFF2-40B4-BE49-F238E27FC236}">
                <a16:creationId xmlns:a16="http://schemas.microsoft.com/office/drawing/2014/main" id="{45458359-F0F9-47AC-8148-867227055F81}"/>
              </a:ext>
            </a:extLst>
          </p:cNvPr>
          <p:cNvSpPr>
            <a:spLocks noGrp="1"/>
          </p:cNvSpPr>
          <p:nvPr/>
        </p:nvSpPr>
        <p:spPr>
          <a:xfrm>
            <a:off x="73247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30" name="E1 PE 3,10">
            <a:extLst>
              <a:ext uri="{FF2B5EF4-FFF2-40B4-BE49-F238E27FC236}">
                <a16:creationId xmlns:a16="http://schemas.microsoft.com/office/drawing/2014/main" id="{B23884D2-5274-47F9-BCC4-CD9CB44239EE}"/>
              </a:ext>
            </a:extLst>
          </p:cNvPr>
          <p:cNvSpPr>
            <a:spLocks noGrp="1"/>
          </p:cNvSpPr>
          <p:nvPr/>
        </p:nvSpPr>
        <p:spPr>
          <a:xfrm>
            <a:off x="74771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31" name="E1 PE 3,11">
            <a:extLst>
              <a:ext uri="{FF2B5EF4-FFF2-40B4-BE49-F238E27FC236}">
                <a16:creationId xmlns:a16="http://schemas.microsoft.com/office/drawing/2014/main" id="{F61A3643-ECE9-4AA0-BF1F-27D98E88353D}"/>
              </a:ext>
            </a:extLst>
          </p:cNvPr>
          <p:cNvSpPr>
            <a:spLocks noGrp="1"/>
          </p:cNvSpPr>
          <p:nvPr/>
        </p:nvSpPr>
        <p:spPr>
          <a:xfrm>
            <a:off x="76295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32" name="E1 PE 3,12">
            <a:extLst>
              <a:ext uri="{FF2B5EF4-FFF2-40B4-BE49-F238E27FC236}">
                <a16:creationId xmlns:a16="http://schemas.microsoft.com/office/drawing/2014/main" id="{2FD66CD8-6980-4C83-A5AE-B729BF349DA8}"/>
              </a:ext>
            </a:extLst>
          </p:cNvPr>
          <p:cNvSpPr>
            <a:spLocks noGrp="1"/>
          </p:cNvSpPr>
          <p:nvPr/>
        </p:nvSpPr>
        <p:spPr>
          <a:xfrm>
            <a:off x="77819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33" name="E1 PE 3,13">
            <a:extLst>
              <a:ext uri="{FF2B5EF4-FFF2-40B4-BE49-F238E27FC236}">
                <a16:creationId xmlns:a16="http://schemas.microsoft.com/office/drawing/2014/main" id="{FB452B55-DDE3-4F06-B923-9C65F1909F9E}"/>
              </a:ext>
            </a:extLst>
          </p:cNvPr>
          <p:cNvSpPr>
            <a:spLocks noGrp="1"/>
          </p:cNvSpPr>
          <p:nvPr/>
        </p:nvSpPr>
        <p:spPr>
          <a:xfrm>
            <a:off x="79343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34" name="E1 PE 3,14">
            <a:extLst>
              <a:ext uri="{FF2B5EF4-FFF2-40B4-BE49-F238E27FC236}">
                <a16:creationId xmlns:a16="http://schemas.microsoft.com/office/drawing/2014/main" id="{F1D48EB5-4474-4167-8CB0-CE5E7E8AEE0D}"/>
              </a:ext>
            </a:extLst>
          </p:cNvPr>
          <p:cNvSpPr>
            <a:spLocks noGrp="1"/>
          </p:cNvSpPr>
          <p:nvPr/>
        </p:nvSpPr>
        <p:spPr>
          <a:xfrm>
            <a:off x="80867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35" name="E1 PE 3,15">
            <a:extLst>
              <a:ext uri="{FF2B5EF4-FFF2-40B4-BE49-F238E27FC236}">
                <a16:creationId xmlns:a16="http://schemas.microsoft.com/office/drawing/2014/main" id="{414F52E4-A031-4394-9C0D-650EE4116735}"/>
              </a:ext>
            </a:extLst>
          </p:cNvPr>
          <p:cNvSpPr>
            <a:spLocks noGrp="1"/>
          </p:cNvSpPr>
          <p:nvPr/>
        </p:nvSpPr>
        <p:spPr>
          <a:xfrm>
            <a:off x="8239125" y="50768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36" name="E1 PE 4,0">
            <a:extLst>
              <a:ext uri="{FF2B5EF4-FFF2-40B4-BE49-F238E27FC236}">
                <a16:creationId xmlns:a16="http://schemas.microsoft.com/office/drawing/2014/main" id="{EB1B2347-01AF-4324-AA30-D8BF21C135CF}"/>
              </a:ext>
            </a:extLst>
          </p:cNvPr>
          <p:cNvSpPr>
            <a:spLocks noGrp="1"/>
          </p:cNvSpPr>
          <p:nvPr/>
        </p:nvSpPr>
        <p:spPr>
          <a:xfrm>
            <a:off x="59531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37" name="E1 PE 4,1">
            <a:extLst>
              <a:ext uri="{FF2B5EF4-FFF2-40B4-BE49-F238E27FC236}">
                <a16:creationId xmlns:a16="http://schemas.microsoft.com/office/drawing/2014/main" id="{3AC8D19C-1D57-41FE-A0AA-79C9516CDB74}"/>
              </a:ext>
            </a:extLst>
          </p:cNvPr>
          <p:cNvSpPr>
            <a:spLocks noGrp="1"/>
          </p:cNvSpPr>
          <p:nvPr/>
        </p:nvSpPr>
        <p:spPr>
          <a:xfrm>
            <a:off x="61055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38" name="E1 PE 4,2">
            <a:extLst>
              <a:ext uri="{FF2B5EF4-FFF2-40B4-BE49-F238E27FC236}">
                <a16:creationId xmlns:a16="http://schemas.microsoft.com/office/drawing/2014/main" id="{2A7D87FD-5831-4E91-958B-7537C73B4D9E}"/>
              </a:ext>
            </a:extLst>
          </p:cNvPr>
          <p:cNvSpPr>
            <a:spLocks noGrp="1"/>
          </p:cNvSpPr>
          <p:nvPr/>
        </p:nvSpPr>
        <p:spPr>
          <a:xfrm>
            <a:off x="62579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39" name="E1 PE 4,3">
            <a:extLst>
              <a:ext uri="{FF2B5EF4-FFF2-40B4-BE49-F238E27FC236}">
                <a16:creationId xmlns:a16="http://schemas.microsoft.com/office/drawing/2014/main" id="{5BFA6FBA-2574-47CC-8EE0-1A1519A6D11C}"/>
              </a:ext>
            </a:extLst>
          </p:cNvPr>
          <p:cNvSpPr>
            <a:spLocks noGrp="1"/>
          </p:cNvSpPr>
          <p:nvPr/>
        </p:nvSpPr>
        <p:spPr>
          <a:xfrm>
            <a:off x="64103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40" name="E1 PE 4,4">
            <a:extLst>
              <a:ext uri="{FF2B5EF4-FFF2-40B4-BE49-F238E27FC236}">
                <a16:creationId xmlns:a16="http://schemas.microsoft.com/office/drawing/2014/main" id="{8C187DB0-4B44-48CA-AC0F-F92094E7C59F}"/>
              </a:ext>
            </a:extLst>
          </p:cNvPr>
          <p:cNvSpPr>
            <a:spLocks noGrp="1"/>
          </p:cNvSpPr>
          <p:nvPr/>
        </p:nvSpPr>
        <p:spPr>
          <a:xfrm>
            <a:off x="65627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41" name="E1 PE 4,5">
            <a:extLst>
              <a:ext uri="{FF2B5EF4-FFF2-40B4-BE49-F238E27FC236}">
                <a16:creationId xmlns:a16="http://schemas.microsoft.com/office/drawing/2014/main" id="{D4C2A12D-7453-4455-8CBC-D420FB169F75}"/>
              </a:ext>
            </a:extLst>
          </p:cNvPr>
          <p:cNvSpPr>
            <a:spLocks noGrp="1"/>
          </p:cNvSpPr>
          <p:nvPr/>
        </p:nvSpPr>
        <p:spPr>
          <a:xfrm>
            <a:off x="67151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42" name="E1 PE 4,6">
            <a:extLst>
              <a:ext uri="{FF2B5EF4-FFF2-40B4-BE49-F238E27FC236}">
                <a16:creationId xmlns:a16="http://schemas.microsoft.com/office/drawing/2014/main" id="{C2A693DD-72F1-4F5E-9FE9-B55AB638B11E}"/>
              </a:ext>
            </a:extLst>
          </p:cNvPr>
          <p:cNvSpPr>
            <a:spLocks noGrp="1"/>
          </p:cNvSpPr>
          <p:nvPr/>
        </p:nvSpPr>
        <p:spPr>
          <a:xfrm>
            <a:off x="68675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43" name="E1 PE 4,7">
            <a:extLst>
              <a:ext uri="{FF2B5EF4-FFF2-40B4-BE49-F238E27FC236}">
                <a16:creationId xmlns:a16="http://schemas.microsoft.com/office/drawing/2014/main" id="{D9097819-3B7B-46F6-8BF4-EBF77479AECA}"/>
              </a:ext>
            </a:extLst>
          </p:cNvPr>
          <p:cNvSpPr>
            <a:spLocks noGrp="1"/>
          </p:cNvSpPr>
          <p:nvPr/>
        </p:nvSpPr>
        <p:spPr>
          <a:xfrm>
            <a:off x="70199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44" name="E1 PE 4,8">
            <a:extLst>
              <a:ext uri="{FF2B5EF4-FFF2-40B4-BE49-F238E27FC236}">
                <a16:creationId xmlns:a16="http://schemas.microsoft.com/office/drawing/2014/main" id="{E5187EBD-99F4-4CF3-A0D8-AA313E70984A}"/>
              </a:ext>
            </a:extLst>
          </p:cNvPr>
          <p:cNvSpPr>
            <a:spLocks noGrp="1"/>
          </p:cNvSpPr>
          <p:nvPr/>
        </p:nvSpPr>
        <p:spPr>
          <a:xfrm>
            <a:off x="71723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45" name="E1 PE 4,9">
            <a:extLst>
              <a:ext uri="{FF2B5EF4-FFF2-40B4-BE49-F238E27FC236}">
                <a16:creationId xmlns:a16="http://schemas.microsoft.com/office/drawing/2014/main" id="{4DDC3E02-E149-458A-B638-99F187EA0C0E}"/>
              </a:ext>
            </a:extLst>
          </p:cNvPr>
          <p:cNvSpPr>
            <a:spLocks noGrp="1"/>
          </p:cNvSpPr>
          <p:nvPr/>
        </p:nvSpPr>
        <p:spPr>
          <a:xfrm>
            <a:off x="73247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46" name="E1 PE 4,10">
            <a:extLst>
              <a:ext uri="{FF2B5EF4-FFF2-40B4-BE49-F238E27FC236}">
                <a16:creationId xmlns:a16="http://schemas.microsoft.com/office/drawing/2014/main" id="{A2E1D197-AFC3-44C4-9487-288A5985EDD1}"/>
              </a:ext>
            </a:extLst>
          </p:cNvPr>
          <p:cNvSpPr>
            <a:spLocks noGrp="1"/>
          </p:cNvSpPr>
          <p:nvPr/>
        </p:nvSpPr>
        <p:spPr>
          <a:xfrm>
            <a:off x="74771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47" name="E1 PE 4,11">
            <a:extLst>
              <a:ext uri="{FF2B5EF4-FFF2-40B4-BE49-F238E27FC236}">
                <a16:creationId xmlns:a16="http://schemas.microsoft.com/office/drawing/2014/main" id="{E4E01764-4C08-433C-93C7-B4B59B99DE8F}"/>
              </a:ext>
            </a:extLst>
          </p:cNvPr>
          <p:cNvSpPr>
            <a:spLocks noGrp="1"/>
          </p:cNvSpPr>
          <p:nvPr/>
        </p:nvSpPr>
        <p:spPr>
          <a:xfrm>
            <a:off x="76295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48" name="E1 PE 4,12">
            <a:extLst>
              <a:ext uri="{FF2B5EF4-FFF2-40B4-BE49-F238E27FC236}">
                <a16:creationId xmlns:a16="http://schemas.microsoft.com/office/drawing/2014/main" id="{F7BDFB03-C4B3-4BA7-8108-50CBEF98E957}"/>
              </a:ext>
            </a:extLst>
          </p:cNvPr>
          <p:cNvSpPr>
            <a:spLocks noGrp="1"/>
          </p:cNvSpPr>
          <p:nvPr/>
        </p:nvSpPr>
        <p:spPr>
          <a:xfrm>
            <a:off x="77819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49" name="E1 PE 4,13">
            <a:extLst>
              <a:ext uri="{FF2B5EF4-FFF2-40B4-BE49-F238E27FC236}">
                <a16:creationId xmlns:a16="http://schemas.microsoft.com/office/drawing/2014/main" id="{6D5D3DBC-C988-46C3-9329-03FCFEB55DBD}"/>
              </a:ext>
            </a:extLst>
          </p:cNvPr>
          <p:cNvSpPr>
            <a:spLocks noGrp="1"/>
          </p:cNvSpPr>
          <p:nvPr/>
        </p:nvSpPr>
        <p:spPr>
          <a:xfrm>
            <a:off x="79343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50" name="E1 PE 4,14">
            <a:extLst>
              <a:ext uri="{FF2B5EF4-FFF2-40B4-BE49-F238E27FC236}">
                <a16:creationId xmlns:a16="http://schemas.microsoft.com/office/drawing/2014/main" id="{90CAAB51-14D5-4547-B470-302BA793724A}"/>
              </a:ext>
            </a:extLst>
          </p:cNvPr>
          <p:cNvSpPr>
            <a:spLocks noGrp="1"/>
          </p:cNvSpPr>
          <p:nvPr/>
        </p:nvSpPr>
        <p:spPr>
          <a:xfrm>
            <a:off x="80867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51" name="E1 PE 4,15">
            <a:extLst>
              <a:ext uri="{FF2B5EF4-FFF2-40B4-BE49-F238E27FC236}">
                <a16:creationId xmlns:a16="http://schemas.microsoft.com/office/drawing/2014/main" id="{FE0F6F89-11E5-4E32-8BDF-FA3C51F305C5}"/>
              </a:ext>
            </a:extLst>
          </p:cNvPr>
          <p:cNvSpPr>
            <a:spLocks noGrp="1"/>
          </p:cNvSpPr>
          <p:nvPr/>
        </p:nvSpPr>
        <p:spPr>
          <a:xfrm>
            <a:off x="8239125" y="52292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52" name="E1 PE 5,0">
            <a:extLst>
              <a:ext uri="{FF2B5EF4-FFF2-40B4-BE49-F238E27FC236}">
                <a16:creationId xmlns:a16="http://schemas.microsoft.com/office/drawing/2014/main" id="{A5970727-1671-482E-BE34-D893199065A8}"/>
              </a:ext>
            </a:extLst>
          </p:cNvPr>
          <p:cNvSpPr>
            <a:spLocks noGrp="1"/>
          </p:cNvSpPr>
          <p:nvPr/>
        </p:nvSpPr>
        <p:spPr>
          <a:xfrm>
            <a:off x="59531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53" name="E1 PE 5,1">
            <a:extLst>
              <a:ext uri="{FF2B5EF4-FFF2-40B4-BE49-F238E27FC236}">
                <a16:creationId xmlns:a16="http://schemas.microsoft.com/office/drawing/2014/main" id="{3B692F5C-EEDA-4933-AB2A-AC6821A9A99C}"/>
              </a:ext>
            </a:extLst>
          </p:cNvPr>
          <p:cNvSpPr>
            <a:spLocks noGrp="1"/>
          </p:cNvSpPr>
          <p:nvPr/>
        </p:nvSpPr>
        <p:spPr>
          <a:xfrm>
            <a:off x="61055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54" name="E1 PE 5,2">
            <a:extLst>
              <a:ext uri="{FF2B5EF4-FFF2-40B4-BE49-F238E27FC236}">
                <a16:creationId xmlns:a16="http://schemas.microsoft.com/office/drawing/2014/main" id="{550115E3-C1C7-4662-9D54-59282E34EF18}"/>
              </a:ext>
            </a:extLst>
          </p:cNvPr>
          <p:cNvSpPr>
            <a:spLocks noGrp="1"/>
          </p:cNvSpPr>
          <p:nvPr/>
        </p:nvSpPr>
        <p:spPr>
          <a:xfrm>
            <a:off x="62579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55" name="E1 PE 5,3">
            <a:extLst>
              <a:ext uri="{FF2B5EF4-FFF2-40B4-BE49-F238E27FC236}">
                <a16:creationId xmlns:a16="http://schemas.microsoft.com/office/drawing/2014/main" id="{CD34D3D3-4A77-46A2-9A54-85ED11B5A752}"/>
              </a:ext>
            </a:extLst>
          </p:cNvPr>
          <p:cNvSpPr>
            <a:spLocks noGrp="1"/>
          </p:cNvSpPr>
          <p:nvPr/>
        </p:nvSpPr>
        <p:spPr>
          <a:xfrm>
            <a:off x="64103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56" name="E1 PE 5,4">
            <a:extLst>
              <a:ext uri="{FF2B5EF4-FFF2-40B4-BE49-F238E27FC236}">
                <a16:creationId xmlns:a16="http://schemas.microsoft.com/office/drawing/2014/main" id="{48B0B475-96AF-4558-81F4-601EE0028077}"/>
              </a:ext>
            </a:extLst>
          </p:cNvPr>
          <p:cNvSpPr>
            <a:spLocks noGrp="1"/>
          </p:cNvSpPr>
          <p:nvPr/>
        </p:nvSpPr>
        <p:spPr>
          <a:xfrm>
            <a:off x="65627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57" name="E1 PE 5,5">
            <a:extLst>
              <a:ext uri="{FF2B5EF4-FFF2-40B4-BE49-F238E27FC236}">
                <a16:creationId xmlns:a16="http://schemas.microsoft.com/office/drawing/2014/main" id="{4BF678E9-0B73-4127-8DD2-46479E6A498C}"/>
              </a:ext>
            </a:extLst>
          </p:cNvPr>
          <p:cNvSpPr>
            <a:spLocks noGrp="1"/>
          </p:cNvSpPr>
          <p:nvPr/>
        </p:nvSpPr>
        <p:spPr>
          <a:xfrm>
            <a:off x="67151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58" name="E1 PE 5,6">
            <a:extLst>
              <a:ext uri="{FF2B5EF4-FFF2-40B4-BE49-F238E27FC236}">
                <a16:creationId xmlns:a16="http://schemas.microsoft.com/office/drawing/2014/main" id="{CF62777F-111C-466A-9276-CAA5566FB440}"/>
              </a:ext>
            </a:extLst>
          </p:cNvPr>
          <p:cNvSpPr>
            <a:spLocks noGrp="1"/>
          </p:cNvSpPr>
          <p:nvPr/>
        </p:nvSpPr>
        <p:spPr>
          <a:xfrm>
            <a:off x="68675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59" name="E1 PE 5,7">
            <a:extLst>
              <a:ext uri="{FF2B5EF4-FFF2-40B4-BE49-F238E27FC236}">
                <a16:creationId xmlns:a16="http://schemas.microsoft.com/office/drawing/2014/main" id="{DA395997-E050-4BAC-8B5C-20AD64C87848}"/>
              </a:ext>
            </a:extLst>
          </p:cNvPr>
          <p:cNvSpPr>
            <a:spLocks noGrp="1"/>
          </p:cNvSpPr>
          <p:nvPr/>
        </p:nvSpPr>
        <p:spPr>
          <a:xfrm>
            <a:off x="70199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60" name="E1 PE 5,8">
            <a:extLst>
              <a:ext uri="{FF2B5EF4-FFF2-40B4-BE49-F238E27FC236}">
                <a16:creationId xmlns:a16="http://schemas.microsoft.com/office/drawing/2014/main" id="{804724EB-F7B4-46F6-87DF-CB33750949D9}"/>
              </a:ext>
            </a:extLst>
          </p:cNvPr>
          <p:cNvSpPr>
            <a:spLocks noGrp="1"/>
          </p:cNvSpPr>
          <p:nvPr/>
        </p:nvSpPr>
        <p:spPr>
          <a:xfrm>
            <a:off x="71723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61" name="E1 PE 5,9">
            <a:extLst>
              <a:ext uri="{FF2B5EF4-FFF2-40B4-BE49-F238E27FC236}">
                <a16:creationId xmlns:a16="http://schemas.microsoft.com/office/drawing/2014/main" id="{ED9B0A8D-C984-49B2-B8B5-D8866D2FEC54}"/>
              </a:ext>
            </a:extLst>
          </p:cNvPr>
          <p:cNvSpPr>
            <a:spLocks noGrp="1"/>
          </p:cNvSpPr>
          <p:nvPr/>
        </p:nvSpPr>
        <p:spPr>
          <a:xfrm>
            <a:off x="73247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62" name="E1 PE 5,10">
            <a:extLst>
              <a:ext uri="{FF2B5EF4-FFF2-40B4-BE49-F238E27FC236}">
                <a16:creationId xmlns:a16="http://schemas.microsoft.com/office/drawing/2014/main" id="{989B00D6-2442-45A8-A24C-1604F4A95B50}"/>
              </a:ext>
            </a:extLst>
          </p:cNvPr>
          <p:cNvSpPr>
            <a:spLocks noGrp="1"/>
          </p:cNvSpPr>
          <p:nvPr/>
        </p:nvSpPr>
        <p:spPr>
          <a:xfrm>
            <a:off x="74771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63" name="E1 PE 5,11">
            <a:extLst>
              <a:ext uri="{FF2B5EF4-FFF2-40B4-BE49-F238E27FC236}">
                <a16:creationId xmlns:a16="http://schemas.microsoft.com/office/drawing/2014/main" id="{8B8F7BCE-931A-48ED-98A7-49802D131664}"/>
              </a:ext>
            </a:extLst>
          </p:cNvPr>
          <p:cNvSpPr>
            <a:spLocks noGrp="1"/>
          </p:cNvSpPr>
          <p:nvPr/>
        </p:nvSpPr>
        <p:spPr>
          <a:xfrm>
            <a:off x="76295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64" name="E1 PE 5,12">
            <a:extLst>
              <a:ext uri="{FF2B5EF4-FFF2-40B4-BE49-F238E27FC236}">
                <a16:creationId xmlns:a16="http://schemas.microsoft.com/office/drawing/2014/main" id="{43BE68B6-306B-4089-B5CE-29CD1A8821AE}"/>
              </a:ext>
            </a:extLst>
          </p:cNvPr>
          <p:cNvSpPr>
            <a:spLocks noGrp="1"/>
          </p:cNvSpPr>
          <p:nvPr/>
        </p:nvSpPr>
        <p:spPr>
          <a:xfrm>
            <a:off x="77819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65" name="E1 PE 5,13">
            <a:extLst>
              <a:ext uri="{FF2B5EF4-FFF2-40B4-BE49-F238E27FC236}">
                <a16:creationId xmlns:a16="http://schemas.microsoft.com/office/drawing/2014/main" id="{8ECA46EC-492A-492D-ABE6-DE54AABCF50C}"/>
              </a:ext>
            </a:extLst>
          </p:cNvPr>
          <p:cNvSpPr>
            <a:spLocks noGrp="1"/>
          </p:cNvSpPr>
          <p:nvPr/>
        </p:nvSpPr>
        <p:spPr>
          <a:xfrm>
            <a:off x="79343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66" name="E1 PE 5,14">
            <a:extLst>
              <a:ext uri="{FF2B5EF4-FFF2-40B4-BE49-F238E27FC236}">
                <a16:creationId xmlns:a16="http://schemas.microsoft.com/office/drawing/2014/main" id="{4CFC4B37-3985-45B3-9624-7C87C747F6D0}"/>
              </a:ext>
            </a:extLst>
          </p:cNvPr>
          <p:cNvSpPr>
            <a:spLocks noGrp="1"/>
          </p:cNvSpPr>
          <p:nvPr/>
        </p:nvSpPr>
        <p:spPr>
          <a:xfrm>
            <a:off x="80867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67" name="E1 PE 5,15">
            <a:extLst>
              <a:ext uri="{FF2B5EF4-FFF2-40B4-BE49-F238E27FC236}">
                <a16:creationId xmlns:a16="http://schemas.microsoft.com/office/drawing/2014/main" id="{68D92EE8-E3A3-40D5-A015-105717F536B2}"/>
              </a:ext>
            </a:extLst>
          </p:cNvPr>
          <p:cNvSpPr>
            <a:spLocks noGrp="1"/>
          </p:cNvSpPr>
          <p:nvPr/>
        </p:nvSpPr>
        <p:spPr>
          <a:xfrm>
            <a:off x="8239125" y="53816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68" name="E1 PE 6,0">
            <a:extLst>
              <a:ext uri="{FF2B5EF4-FFF2-40B4-BE49-F238E27FC236}">
                <a16:creationId xmlns:a16="http://schemas.microsoft.com/office/drawing/2014/main" id="{423848B8-84C0-4282-B509-1168C0A99612}"/>
              </a:ext>
            </a:extLst>
          </p:cNvPr>
          <p:cNvSpPr>
            <a:spLocks noGrp="1"/>
          </p:cNvSpPr>
          <p:nvPr/>
        </p:nvSpPr>
        <p:spPr>
          <a:xfrm>
            <a:off x="59531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69" name="E1 PE 6,1">
            <a:extLst>
              <a:ext uri="{FF2B5EF4-FFF2-40B4-BE49-F238E27FC236}">
                <a16:creationId xmlns:a16="http://schemas.microsoft.com/office/drawing/2014/main" id="{6FC0FD08-8F7B-434E-B3CF-50DDC22CC4DD}"/>
              </a:ext>
            </a:extLst>
          </p:cNvPr>
          <p:cNvSpPr>
            <a:spLocks noGrp="1"/>
          </p:cNvSpPr>
          <p:nvPr/>
        </p:nvSpPr>
        <p:spPr>
          <a:xfrm>
            <a:off x="61055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70" name="E1 PE 6,2">
            <a:extLst>
              <a:ext uri="{FF2B5EF4-FFF2-40B4-BE49-F238E27FC236}">
                <a16:creationId xmlns:a16="http://schemas.microsoft.com/office/drawing/2014/main" id="{B3B7C710-329F-4F75-ABE6-CE00C8A0AE6A}"/>
              </a:ext>
            </a:extLst>
          </p:cNvPr>
          <p:cNvSpPr>
            <a:spLocks noGrp="1"/>
          </p:cNvSpPr>
          <p:nvPr/>
        </p:nvSpPr>
        <p:spPr>
          <a:xfrm>
            <a:off x="62579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71" name="E1 PE 6,3">
            <a:extLst>
              <a:ext uri="{FF2B5EF4-FFF2-40B4-BE49-F238E27FC236}">
                <a16:creationId xmlns:a16="http://schemas.microsoft.com/office/drawing/2014/main" id="{983BD982-7C84-426B-B5AE-98C96CEA5432}"/>
              </a:ext>
            </a:extLst>
          </p:cNvPr>
          <p:cNvSpPr>
            <a:spLocks noGrp="1"/>
          </p:cNvSpPr>
          <p:nvPr/>
        </p:nvSpPr>
        <p:spPr>
          <a:xfrm>
            <a:off x="64103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72" name="E1 PE 6,4">
            <a:extLst>
              <a:ext uri="{FF2B5EF4-FFF2-40B4-BE49-F238E27FC236}">
                <a16:creationId xmlns:a16="http://schemas.microsoft.com/office/drawing/2014/main" id="{34DA7389-2C5A-479C-870D-C5CFD3F32735}"/>
              </a:ext>
            </a:extLst>
          </p:cNvPr>
          <p:cNvSpPr>
            <a:spLocks noGrp="1"/>
          </p:cNvSpPr>
          <p:nvPr/>
        </p:nvSpPr>
        <p:spPr>
          <a:xfrm>
            <a:off x="65627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73" name="E1 PE 6,5">
            <a:extLst>
              <a:ext uri="{FF2B5EF4-FFF2-40B4-BE49-F238E27FC236}">
                <a16:creationId xmlns:a16="http://schemas.microsoft.com/office/drawing/2014/main" id="{84D817AD-B6F5-43A8-8B67-903CFA2DAB47}"/>
              </a:ext>
            </a:extLst>
          </p:cNvPr>
          <p:cNvSpPr>
            <a:spLocks noGrp="1"/>
          </p:cNvSpPr>
          <p:nvPr/>
        </p:nvSpPr>
        <p:spPr>
          <a:xfrm>
            <a:off x="67151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74" name="E1 PE 6,6">
            <a:extLst>
              <a:ext uri="{FF2B5EF4-FFF2-40B4-BE49-F238E27FC236}">
                <a16:creationId xmlns:a16="http://schemas.microsoft.com/office/drawing/2014/main" id="{99C612C0-1A99-45FF-AF72-0C33D978CD2C}"/>
              </a:ext>
            </a:extLst>
          </p:cNvPr>
          <p:cNvSpPr>
            <a:spLocks noGrp="1"/>
          </p:cNvSpPr>
          <p:nvPr/>
        </p:nvSpPr>
        <p:spPr>
          <a:xfrm>
            <a:off x="68675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75" name="E1 PE 6,7">
            <a:extLst>
              <a:ext uri="{FF2B5EF4-FFF2-40B4-BE49-F238E27FC236}">
                <a16:creationId xmlns:a16="http://schemas.microsoft.com/office/drawing/2014/main" id="{02E778AD-2DED-422C-AAC5-596025EC4FAE}"/>
              </a:ext>
            </a:extLst>
          </p:cNvPr>
          <p:cNvSpPr>
            <a:spLocks noGrp="1"/>
          </p:cNvSpPr>
          <p:nvPr/>
        </p:nvSpPr>
        <p:spPr>
          <a:xfrm>
            <a:off x="70199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76" name="E1 PE 6,8">
            <a:extLst>
              <a:ext uri="{FF2B5EF4-FFF2-40B4-BE49-F238E27FC236}">
                <a16:creationId xmlns:a16="http://schemas.microsoft.com/office/drawing/2014/main" id="{223C97B7-783D-4154-A769-3112B835C8D9}"/>
              </a:ext>
            </a:extLst>
          </p:cNvPr>
          <p:cNvSpPr>
            <a:spLocks noGrp="1"/>
          </p:cNvSpPr>
          <p:nvPr/>
        </p:nvSpPr>
        <p:spPr>
          <a:xfrm>
            <a:off x="71723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77" name="E1 PE 6,9">
            <a:extLst>
              <a:ext uri="{FF2B5EF4-FFF2-40B4-BE49-F238E27FC236}">
                <a16:creationId xmlns:a16="http://schemas.microsoft.com/office/drawing/2014/main" id="{C92AD996-724F-4D5C-BC64-AF1C45454D09}"/>
              </a:ext>
            </a:extLst>
          </p:cNvPr>
          <p:cNvSpPr>
            <a:spLocks noGrp="1"/>
          </p:cNvSpPr>
          <p:nvPr/>
        </p:nvSpPr>
        <p:spPr>
          <a:xfrm>
            <a:off x="73247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78" name="E1 PE 6,10">
            <a:extLst>
              <a:ext uri="{FF2B5EF4-FFF2-40B4-BE49-F238E27FC236}">
                <a16:creationId xmlns:a16="http://schemas.microsoft.com/office/drawing/2014/main" id="{4EF25B84-133F-4EC1-974B-1A22632270EE}"/>
              </a:ext>
            </a:extLst>
          </p:cNvPr>
          <p:cNvSpPr>
            <a:spLocks noGrp="1"/>
          </p:cNvSpPr>
          <p:nvPr/>
        </p:nvSpPr>
        <p:spPr>
          <a:xfrm>
            <a:off x="74771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79" name="E1 PE 6,11">
            <a:extLst>
              <a:ext uri="{FF2B5EF4-FFF2-40B4-BE49-F238E27FC236}">
                <a16:creationId xmlns:a16="http://schemas.microsoft.com/office/drawing/2014/main" id="{719C55FE-5BD1-4295-96BB-EE4E9AFA6899}"/>
              </a:ext>
            </a:extLst>
          </p:cNvPr>
          <p:cNvSpPr>
            <a:spLocks noGrp="1"/>
          </p:cNvSpPr>
          <p:nvPr/>
        </p:nvSpPr>
        <p:spPr>
          <a:xfrm>
            <a:off x="76295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80" name="E1 PE 6,12">
            <a:extLst>
              <a:ext uri="{FF2B5EF4-FFF2-40B4-BE49-F238E27FC236}">
                <a16:creationId xmlns:a16="http://schemas.microsoft.com/office/drawing/2014/main" id="{030D1DB5-1535-4924-9EF3-AF89B2553902}"/>
              </a:ext>
            </a:extLst>
          </p:cNvPr>
          <p:cNvSpPr>
            <a:spLocks noGrp="1"/>
          </p:cNvSpPr>
          <p:nvPr/>
        </p:nvSpPr>
        <p:spPr>
          <a:xfrm>
            <a:off x="77819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81" name="E1 PE 6,13">
            <a:extLst>
              <a:ext uri="{FF2B5EF4-FFF2-40B4-BE49-F238E27FC236}">
                <a16:creationId xmlns:a16="http://schemas.microsoft.com/office/drawing/2014/main" id="{A9A1E82E-B961-499F-85E9-E656C6B510FD}"/>
              </a:ext>
            </a:extLst>
          </p:cNvPr>
          <p:cNvSpPr>
            <a:spLocks noGrp="1"/>
          </p:cNvSpPr>
          <p:nvPr/>
        </p:nvSpPr>
        <p:spPr>
          <a:xfrm>
            <a:off x="7934325" y="5534025"/>
            <a:ext cx="138113" cy="138113"/>
          </a:xfrm>
          <a:prstGeom prst="rect">
            <a:avLst/>
          </a:prstGeom>
          <a:solidFill>
            <a:srgbClr val="124E8C"/>
          </a:solidFill>
          <a:ln w="4763">
            <a:solidFill>
              <a:srgbClr val="124E8C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82" name="E1 PE 6,14">
            <a:extLst>
              <a:ext uri="{FF2B5EF4-FFF2-40B4-BE49-F238E27FC236}">
                <a16:creationId xmlns:a16="http://schemas.microsoft.com/office/drawing/2014/main" id="{8940746C-EF92-41D9-BF23-95F7B506ABEB}"/>
              </a:ext>
            </a:extLst>
          </p:cNvPr>
          <p:cNvSpPr>
            <a:spLocks noGrp="1"/>
          </p:cNvSpPr>
          <p:nvPr/>
        </p:nvSpPr>
        <p:spPr>
          <a:xfrm>
            <a:off x="8086725" y="5534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83" name="E1 PE 6,15">
            <a:extLst>
              <a:ext uri="{FF2B5EF4-FFF2-40B4-BE49-F238E27FC236}">
                <a16:creationId xmlns:a16="http://schemas.microsoft.com/office/drawing/2014/main" id="{1BD26654-AF91-4ACF-A3C1-10C4B8F4BAC6}"/>
              </a:ext>
            </a:extLst>
          </p:cNvPr>
          <p:cNvSpPr>
            <a:spLocks noGrp="1"/>
          </p:cNvSpPr>
          <p:nvPr/>
        </p:nvSpPr>
        <p:spPr>
          <a:xfrm>
            <a:off x="8239125" y="5534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84" name="E1 PE 7,0">
            <a:extLst>
              <a:ext uri="{FF2B5EF4-FFF2-40B4-BE49-F238E27FC236}">
                <a16:creationId xmlns:a16="http://schemas.microsoft.com/office/drawing/2014/main" id="{A9285310-493A-4EEA-93F3-BD6F6BF144EE}"/>
              </a:ext>
            </a:extLst>
          </p:cNvPr>
          <p:cNvSpPr>
            <a:spLocks noGrp="1"/>
          </p:cNvSpPr>
          <p:nvPr/>
        </p:nvSpPr>
        <p:spPr>
          <a:xfrm>
            <a:off x="59531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85" name="E1 PE 7,1">
            <a:extLst>
              <a:ext uri="{FF2B5EF4-FFF2-40B4-BE49-F238E27FC236}">
                <a16:creationId xmlns:a16="http://schemas.microsoft.com/office/drawing/2014/main" id="{73FDEEB3-A13C-419E-A820-BF7A9F0624A5}"/>
              </a:ext>
            </a:extLst>
          </p:cNvPr>
          <p:cNvSpPr>
            <a:spLocks noGrp="1"/>
          </p:cNvSpPr>
          <p:nvPr/>
        </p:nvSpPr>
        <p:spPr>
          <a:xfrm>
            <a:off x="61055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86" name="E1 PE 7,2">
            <a:extLst>
              <a:ext uri="{FF2B5EF4-FFF2-40B4-BE49-F238E27FC236}">
                <a16:creationId xmlns:a16="http://schemas.microsoft.com/office/drawing/2014/main" id="{24C36FCC-0607-41D5-A883-B51DDF207C70}"/>
              </a:ext>
            </a:extLst>
          </p:cNvPr>
          <p:cNvSpPr>
            <a:spLocks noGrp="1"/>
          </p:cNvSpPr>
          <p:nvPr/>
        </p:nvSpPr>
        <p:spPr>
          <a:xfrm>
            <a:off x="62579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87" name="E1 PE 7,3">
            <a:extLst>
              <a:ext uri="{FF2B5EF4-FFF2-40B4-BE49-F238E27FC236}">
                <a16:creationId xmlns:a16="http://schemas.microsoft.com/office/drawing/2014/main" id="{B21340F8-915B-4D4F-9CEF-2B0D7DC04345}"/>
              </a:ext>
            </a:extLst>
          </p:cNvPr>
          <p:cNvSpPr>
            <a:spLocks noGrp="1"/>
          </p:cNvSpPr>
          <p:nvPr/>
        </p:nvSpPr>
        <p:spPr>
          <a:xfrm>
            <a:off x="64103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88" name="E1 PE 7,4">
            <a:extLst>
              <a:ext uri="{FF2B5EF4-FFF2-40B4-BE49-F238E27FC236}">
                <a16:creationId xmlns:a16="http://schemas.microsoft.com/office/drawing/2014/main" id="{14BC9FBA-09EC-49FF-AE6C-81F4577A197B}"/>
              </a:ext>
            </a:extLst>
          </p:cNvPr>
          <p:cNvSpPr>
            <a:spLocks noGrp="1"/>
          </p:cNvSpPr>
          <p:nvPr/>
        </p:nvSpPr>
        <p:spPr>
          <a:xfrm>
            <a:off x="65627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89" name="E1 PE 7,5">
            <a:extLst>
              <a:ext uri="{FF2B5EF4-FFF2-40B4-BE49-F238E27FC236}">
                <a16:creationId xmlns:a16="http://schemas.microsoft.com/office/drawing/2014/main" id="{7A6867CB-9900-468B-B703-69CA60C78859}"/>
              </a:ext>
            </a:extLst>
          </p:cNvPr>
          <p:cNvSpPr>
            <a:spLocks noGrp="1"/>
          </p:cNvSpPr>
          <p:nvPr/>
        </p:nvSpPr>
        <p:spPr>
          <a:xfrm>
            <a:off x="67151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90" name="E1 PE 7,6">
            <a:extLst>
              <a:ext uri="{FF2B5EF4-FFF2-40B4-BE49-F238E27FC236}">
                <a16:creationId xmlns:a16="http://schemas.microsoft.com/office/drawing/2014/main" id="{1597A12D-3D4D-4878-8212-AE3D8E4FD594}"/>
              </a:ext>
            </a:extLst>
          </p:cNvPr>
          <p:cNvSpPr>
            <a:spLocks noGrp="1"/>
          </p:cNvSpPr>
          <p:nvPr/>
        </p:nvSpPr>
        <p:spPr>
          <a:xfrm>
            <a:off x="68675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91" name="E1 PE 7,7">
            <a:extLst>
              <a:ext uri="{FF2B5EF4-FFF2-40B4-BE49-F238E27FC236}">
                <a16:creationId xmlns:a16="http://schemas.microsoft.com/office/drawing/2014/main" id="{CE6C3C85-EB79-4963-8C56-A749D73E1433}"/>
              </a:ext>
            </a:extLst>
          </p:cNvPr>
          <p:cNvSpPr>
            <a:spLocks noGrp="1"/>
          </p:cNvSpPr>
          <p:nvPr/>
        </p:nvSpPr>
        <p:spPr>
          <a:xfrm>
            <a:off x="70199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92" name="E1 PE 7,8">
            <a:extLst>
              <a:ext uri="{FF2B5EF4-FFF2-40B4-BE49-F238E27FC236}">
                <a16:creationId xmlns:a16="http://schemas.microsoft.com/office/drawing/2014/main" id="{E4F4CB43-2EE1-479D-B5F3-7F5887B685AF}"/>
              </a:ext>
            </a:extLst>
          </p:cNvPr>
          <p:cNvSpPr>
            <a:spLocks noGrp="1"/>
          </p:cNvSpPr>
          <p:nvPr/>
        </p:nvSpPr>
        <p:spPr>
          <a:xfrm>
            <a:off x="71723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93" name="E1 PE 7,9">
            <a:extLst>
              <a:ext uri="{FF2B5EF4-FFF2-40B4-BE49-F238E27FC236}">
                <a16:creationId xmlns:a16="http://schemas.microsoft.com/office/drawing/2014/main" id="{7CC66319-308C-4D27-933E-EA6D27946502}"/>
              </a:ext>
            </a:extLst>
          </p:cNvPr>
          <p:cNvSpPr>
            <a:spLocks noGrp="1"/>
          </p:cNvSpPr>
          <p:nvPr/>
        </p:nvSpPr>
        <p:spPr>
          <a:xfrm>
            <a:off x="73247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94" name="E1 PE 7,10">
            <a:extLst>
              <a:ext uri="{FF2B5EF4-FFF2-40B4-BE49-F238E27FC236}">
                <a16:creationId xmlns:a16="http://schemas.microsoft.com/office/drawing/2014/main" id="{0FF2A77F-0BDB-4944-A8D1-0C332B9B1DE1}"/>
              </a:ext>
            </a:extLst>
          </p:cNvPr>
          <p:cNvSpPr>
            <a:spLocks noGrp="1"/>
          </p:cNvSpPr>
          <p:nvPr/>
        </p:nvSpPr>
        <p:spPr>
          <a:xfrm>
            <a:off x="74771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95" name="E1 PE 7,11">
            <a:extLst>
              <a:ext uri="{FF2B5EF4-FFF2-40B4-BE49-F238E27FC236}">
                <a16:creationId xmlns:a16="http://schemas.microsoft.com/office/drawing/2014/main" id="{8E811D30-596C-4916-90C2-B69AEF5F420F}"/>
              </a:ext>
            </a:extLst>
          </p:cNvPr>
          <p:cNvSpPr>
            <a:spLocks noGrp="1"/>
          </p:cNvSpPr>
          <p:nvPr/>
        </p:nvSpPr>
        <p:spPr>
          <a:xfrm>
            <a:off x="76295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96" name="E1 PE 7,12">
            <a:extLst>
              <a:ext uri="{FF2B5EF4-FFF2-40B4-BE49-F238E27FC236}">
                <a16:creationId xmlns:a16="http://schemas.microsoft.com/office/drawing/2014/main" id="{AF22D57B-1A7B-48CE-B93B-7C42A1862084}"/>
              </a:ext>
            </a:extLst>
          </p:cNvPr>
          <p:cNvSpPr>
            <a:spLocks noGrp="1"/>
          </p:cNvSpPr>
          <p:nvPr/>
        </p:nvSpPr>
        <p:spPr>
          <a:xfrm>
            <a:off x="77819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97" name="E1 PE 7,13">
            <a:extLst>
              <a:ext uri="{FF2B5EF4-FFF2-40B4-BE49-F238E27FC236}">
                <a16:creationId xmlns:a16="http://schemas.microsoft.com/office/drawing/2014/main" id="{825A60F2-1376-42FD-94B6-7CA0103E24B1}"/>
              </a:ext>
            </a:extLst>
          </p:cNvPr>
          <p:cNvSpPr>
            <a:spLocks noGrp="1"/>
          </p:cNvSpPr>
          <p:nvPr/>
        </p:nvSpPr>
        <p:spPr>
          <a:xfrm>
            <a:off x="79343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98" name="E1 PE 7,14">
            <a:extLst>
              <a:ext uri="{FF2B5EF4-FFF2-40B4-BE49-F238E27FC236}">
                <a16:creationId xmlns:a16="http://schemas.microsoft.com/office/drawing/2014/main" id="{44CD5433-BF92-4B2E-9DDD-DDDE85EB4693}"/>
              </a:ext>
            </a:extLst>
          </p:cNvPr>
          <p:cNvSpPr>
            <a:spLocks noGrp="1"/>
          </p:cNvSpPr>
          <p:nvPr/>
        </p:nvSpPr>
        <p:spPr>
          <a:xfrm>
            <a:off x="80867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99" name="E1 PE 7,15">
            <a:extLst>
              <a:ext uri="{FF2B5EF4-FFF2-40B4-BE49-F238E27FC236}">
                <a16:creationId xmlns:a16="http://schemas.microsoft.com/office/drawing/2014/main" id="{E3998D75-6926-4FD6-8D3A-44EE987E3456}"/>
              </a:ext>
            </a:extLst>
          </p:cNvPr>
          <p:cNvSpPr>
            <a:spLocks noGrp="1"/>
          </p:cNvSpPr>
          <p:nvPr/>
        </p:nvSpPr>
        <p:spPr>
          <a:xfrm>
            <a:off x="8239125" y="5686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00" name="E1 PE 8,0">
            <a:extLst>
              <a:ext uri="{FF2B5EF4-FFF2-40B4-BE49-F238E27FC236}">
                <a16:creationId xmlns:a16="http://schemas.microsoft.com/office/drawing/2014/main" id="{71671294-8BA1-44AC-BC16-6858E3E049C1}"/>
              </a:ext>
            </a:extLst>
          </p:cNvPr>
          <p:cNvSpPr>
            <a:spLocks noGrp="1"/>
          </p:cNvSpPr>
          <p:nvPr/>
        </p:nvSpPr>
        <p:spPr>
          <a:xfrm>
            <a:off x="59531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01" name="E1 PE 8,1">
            <a:extLst>
              <a:ext uri="{FF2B5EF4-FFF2-40B4-BE49-F238E27FC236}">
                <a16:creationId xmlns:a16="http://schemas.microsoft.com/office/drawing/2014/main" id="{57DFB87F-99F6-4F54-9575-470B37D4FDD5}"/>
              </a:ext>
            </a:extLst>
          </p:cNvPr>
          <p:cNvSpPr>
            <a:spLocks noGrp="1"/>
          </p:cNvSpPr>
          <p:nvPr/>
        </p:nvSpPr>
        <p:spPr>
          <a:xfrm>
            <a:off x="61055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02" name="E1 PE 8,2">
            <a:extLst>
              <a:ext uri="{FF2B5EF4-FFF2-40B4-BE49-F238E27FC236}">
                <a16:creationId xmlns:a16="http://schemas.microsoft.com/office/drawing/2014/main" id="{32614F35-55CA-41AD-AA72-5D51FEBDA5B0}"/>
              </a:ext>
            </a:extLst>
          </p:cNvPr>
          <p:cNvSpPr>
            <a:spLocks noGrp="1"/>
          </p:cNvSpPr>
          <p:nvPr/>
        </p:nvSpPr>
        <p:spPr>
          <a:xfrm>
            <a:off x="62579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03" name="E1 PE 8,3">
            <a:extLst>
              <a:ext uri="{FF2B5EF4-FFF2-40B4-BE49-F238E27FC236}">
                <a16:creationId xmlns:a16="http://schemas.microsoft.com/office/drawing/2014/main" id="{185A5315-69DD-4DE2-A193-534D31C75361}"/>
              </a:ext>
            </a:extLst>
          </p:cNvPr>
          <p:cNvSpPr>
            <a:spLocks noGrp="1"/>
          </p:cNvSpPr>
          <p:nvPr/>
        </p:nvSpPr>
        <p:spPr>
          <a:xfrm>
            <a:off x="64103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04" name="E1 PE 8,4">
            <a:extLst>
              <a:ext uri="{FF2B5EF4-FFF2-40B4-BE49-F238E27FC236}">
                <a16:creationId xmlns:a16="http://schemas.microsoft.com/office/drawing/2014/main" id="{EB3EC5E6-3815-4266-AE63-A0743978E98B}"/>
              </a:ext>
            </a:extLst>
          </p:cNvPr>
          <p:cNvSpPr>
            <a:spLocks noGrp="1"/>
          </p:cNvSpPr>
          <p:nvPr/>
        </p:nvSpPr>
        <p:spPr>
          <a:xfrm>
            <a:off x="65627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05" name="E1 PE 8,5">
            <a:extLst>
              <a:ext uri="{FF2B5EF4-FFF2-40B4-BE49-F238E27FC236}">
                <a16:creationId xmlns:a16="http://schemas.microsoft.com/office/drawing/2014/main" id="{0872351A-063A-4372-B3C4-F14108B6A8C5}"/>
              </a:ext>
            </a:extLst>
          </p:cNvPr>
          <p:cNvSpPr>
            <a:spLocks noGrp="1"/>
          </p:cNvSpPr>
          <p:nvPr/>
        </p:nvSpPr>
        <p:spPr>
          <a:xfrm>
            <a:off x="67151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06" name="E1 PE 8,6">
            <a:extLst>
              <a:ext uri="{FF2B5EF4-FFF2-40B4-BE49-F238E27FC236}">
                <a16:creationId xmlns:a16="http://schemas.microsoft.com/office/drawing/2014/main" id="{62934239-8DF2-4465-8CB8-16292A32EEE2}"/>
              </a:ext>
            </a:extLst>
          </p:cNvPr>
          <p:cNvSpPr>
            <a:spLocks noGrp="1"/>
          </p:cNvSpPr>
          <p:nvPr/>
        </p:nvSpPr>
        <p:spPr>
          <a:xfrm>
            <a:off x="68675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07" name="E1 PE 8,7">
            <a:extLst>
              <a:ext uri="{FF2B5EF4-FFF2-40B4-BE49-F238E27FC236}">
                <a16:creationId xmlns:a16="http://schemas.microsoft.com/office/drawing/2014/main" id="{256F841E-6E73-459A-99B6-C38F2678D6EB}"/>
              </a:ext>
            </a:extLst>
          </p:cNvPr>
          <p:cNvSpPr>
            <a:spLocks noGrp="1"/>
          </p:cNvSpPr>
          <p:nvPr/>
        </p:nvSpPr>
        <p:spPr>
          <a:xfrm>
            <a:off x="70199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08" name="E1 PE 8,8">
            <a:extLst>
              <a:ext uri="{FF2B5EF4-FFF2-40B4-BE49-F238E27FC236}">
                <a16:creationId xmlns:a16="http://schemas.microsoft.com/office/drawing/2014/main" id="{B86059E1-D20D-41A5-986B-913B1964B338}"/>
              </a:ext>
            </a:extLst>
          </p:cNvPr>
          <p:cNvSpPr>
            <a:spLocks noGrp="1"/>
          </p:cNvSpPr>
          <p:nvPr/>
        </p:nvSpPr>
        <p:spPr>
          <a:xfrm>
            <a:off x="71723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09" name="E1 PE 8,9">
            <a:extLst>
              <a:ext uri="{FF2B5EF4-FFF2-40B4-BE49-F238E27FC236}">
                <a16:creationId xmlns:a16="http://schemas.microsoft.com/office/drawing/2014/main" id="{95F4A225-5C09-4E1D-86D1-FB11612E0B3A}"/>
              </a:ext>
            </a:extLst>
          </p:cNvPr>
          <p:cNvSpPr>
            <a:spLocks noGrp="1"/>
          </p:cNvSpPr>
          <p:nvPr/>
        </p:nvSpPr>
        <p:spPr>
          <a:xfrm>
            <a:off x="73247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10" name="E1 PE 8,10">
            <a:extLst>
              <a:ext uri="{FF2B5EF4-FFF2-40B4-BE49-F238E27FC236}">
                <a16:creationId xmlns:a16="http://schemas.microsoft.com/office/drawing/2014/main" id="{448DF687-13AA-422F-B92A-24661DF3C862}"/>
              </a:ext>
            </a:extLst>
          </p:cNvPr>
          <p:cNvSpPr>
            <a:spLocks noGrp="1"/>
          </p:cNvSpPr>
          <p:nvPr/>
        </p:nvSpPr>
        <p:spPr>
          <a:xfrm>
            <a:off x="74771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11" name="E1 PE 8,11">
            <a:extLst>
              <a:ext uri="{FF2B5EF4-FFF2-40B4-BE49-F238E27FC236}">
                <a16:creationId xmlns:a16="http://schemas.microsoft.com/office/drawing/2014/main" id="{F455037B-3A32-408A-8191-65EECA78803A}"/>
              </a:ext>
            </a:extLst>
          </p:cNvPr>
          <p:cNvSpPr>
            <a:spLocks noGrp="1"/>
          </p:cNvSpPr>
          <p:nvPr/>
        </p:nvSpPr>
        <p:spPr>
          <a:xfrm>
            <a:off x="76295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12" name="E1 PE 8,12">
            <a:extLst>
              <a:ext uri="{FF2B5EF4-FFF2-40B4-BE49-F238E27FC236}">
                <a16:creationId xmlns:a16="http://schemas.microsoft.com/office/drawing/2014/main" id="{2E65BC91-6FED-43AE-9596-3F1EDDEE99AB}"/>
              </a:ext>
            </a:extLst>
          </p:cNvPr>
          <p:cNvSpPr>
            <a:spLocks noGrp="1"/>
          </p:cNvSpPr>
          <p:nvPr/>
        </p:nvSpPr>
        <p:spPr>
          <a:xfrm>
            <a:off x="77819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13" name="E1 PE 8,13">
            <a:extLst>
              <a:ext uri="{FF2B5EF4-FFF2-40B4-BE49-F238E27FC236}">
                <a16:creationId xmlns:a16="http://schemas.microsoft.com/office/drawing/2014/main" id="{680F8171-F2F6-4173-88C1-EF69F044FD79}"/>
              </a:ext>
            </a:extLst>
          </p:cNvPr>
          <p:cNvSpPr>
            <a:spLocks noGrp="1"/>
          </p:cNvSpPr>
          <p:nvPr/>
        </p:nvSpPr>
        <p:spPr>
          <a:xfrm>
            <a:off x="79343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14" name="E1 PE 8,14">
            <a:extLst>
              <a:ext uri="{FF2B5EF4-FFF2-40B4-BE49-F238E27FC236}">
                <a16:creationId xmlns:a16="http://schemas.microsoft.com/office/drawing/2014/main" id="{5AC384E6-0424-4BBA-A388-532A58DBF959}"/>
              </a:ext>
            </a:extLst>
          </p:cNvPr>
          <p:cNvSpPr>
            <a:spLocks noGrp="1"/>
          </p:cNvSpPr>
          <p:nvPr/>
        </p:nvSpPr>
        <p:spPr>
          <a:xfrm>
            <a:off x="80867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15" name="E1 PE 8,15">
            <a:extLst>
              <a:ext uri="{FF2B5EF4-FFF2-40B4-BE49-F238E27FC236}">
                <a16:creationId xmlns:a16="http://schemas.microsoft.com/office/drawing/2014/main" id="{1BBA7275-8725-43ED-AF21-B09DA93FFEFD}"/>
              </a:ext>
            </a:extLst>
          </p:cNvPr>
          <p:cNvSpPr>
            <a:spLocks noGrp="1"/>
          </p:cNvSpPr>
          <p:nvPr/>
        </p:nvSpPr>
        <p:spPr>
          <a:xfrm>
            <a:off x="8239125" y="5838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16" name="E1 PE 9,0">
            <a:extLst>
              <a:ext uri="{FF2B5EF4-FFF2-40B4-BE49-F238E27FC236}">
                <a16:creationId xmlns:a16="http://schemas.microsoft.com/office/drawing/2014/main" id="{1C11E9BA-2323-4554-A33B-75E5DDA135EC}"/>
              </a:ext>
            </a:extLst>
          </p:cNvPr>
          <p:cNvSpPr>
            <a:spLocks noGrp="1"/>
          </p:cNvSpPr>
          <p:nvPr/>
        </p:nvSpPr>
        <p:spPr>
          <a:xfrm>
            <a:off x="59531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17" name="E1 PE 9,1">
            <a:extLst>
              <a:ext uri="{FF2B5EF4-FFF2-40B4-BE49-F238E27FC236}">
                <a16:creationId xmlns:a16="http://schemas.microsoft.com/office/drawing/2014/main" id="{D373F898-6144-4646-92DD-73287ADE1882}"/>
              </a:ext>
            </a:extLst>
          </p:cNvPr>
          <p:cNvSpPr>
            <a:spLocks noGrp="1"/>
          </p:cNvSpPr>
          <p:nvPr/>
        </p:nvSpPr>
        <p:spPr>
          <a:xfrm>
            <a:off x="61055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18" name="E1 PE 9,2">
            <a:extLst>
              <a:ext uri="{FF2B5EF4-FFF2-40B4-BE49-F238E27FC236}">
                <a16:creationId xmlns:a16="http://schemas.microsoft.com/office/drawing/2014/main" id="{907F7CE3-907E-4B58-BC48-22E81F8A641D}"/>
              </a:ext>
            </a:extLst>
          </p:cNvPr>
          <p:cNvSpPr>
            <a:spLocks noGrp="1"/>
          </p:cNvSpPr>
          <p:nvPr/>
        </p:nvSpPr>
        <p:spPr>
          <a:xfrm>
            <a:off x="62579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19" name="E1 PE 9,3">
            <a:extLst>
              <a:ext uri="{FF2B5EF4-FFF2-40B4-BE49-F238E27FC236}">
                <a16:creationId xmlns:a16="http://schemas.microsoft.com/office/drawing/2014/main" id="{8A8A242D-8722-44D6-989E-02C6C61932FC}"/>
              </a:ext>
            </a:extLst>
          </p:cNvPr>
          <p:cNvSpPr>
            <a:spLocks noGrp="1"/>
          </p:cNvSpPr>
          <p:nvPr/>
        </p:nvSpPr>
        <p:spPr>
          <a:xfrm>
            <a:off x="64103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20" name="E1 PE 9,4">
            <a:extLst>
              <a:ext uri="{FF2B5EF4-FFF2-40B4-BE49-F238E27FC236}">
                <a16:creationId xmlns:a16="http://schemas.microsoft.com/office/drawing/2014/main" id="{712AAB69-6EC6-4546-8B96-8A9BB6154C15}"/>
              </a:ext>
            </a:extLst>
          </p:cNvPr>
          <p:cNvSpPr>
            <a:spLocks noGrp="1"/>
          </p:cNvSpPr>
          <p:nvPr/>
        </p:nvSpPr>
        <p:spPr>
          <a:xfrm>
            <a:off x="65627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21" name="E1 PE 9,5">
            <a:extLst>
              <a:ext uri="{FF2B5EF4-FFF2-40B4-BE49-F238E27FC236}">
                <a16:creationId xmlns:a16="http://schemas.microsoft.com/office/drawing/2014/main" id="{D4D92249-3418-4186-A2E5-11337E3A41BC}"/>
              </a:ext>
            </a:extLst>
          </p:cNvPr>
          <p:cNvSpPr>
            <a:spLocks noGrp="1"/>
          </p:cNvSpPr>
          <p:nvPr/>
        </p:nvSpPr>
        <p:spPr>
          <a:xfrm>
            <a:off x="67151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22" name="E1 PE 9,6">
            <a:extLst>
              <a:ext uri="{FF2B5EF4-FFF2-40B4-BE49-F238E27FC236}">
                <a16:creationId xmlns:a16="http://schemas.microsoft.com/office/drawing/2014/main" id="{A704650C-189D-4869-8DF9-8583BC44A52D}"/>
              </a:ext>
            </a:extLst>
          </p:cNvPr>
          <p:cNvSpPr>
            <a:spLocks noGrp="1"/>
          </p:cNvSpPr>
          <p:nvPr/>
        </p:nvSpPr>
        <p:spPr>
          <a:xfrm>
            <a:off x="68675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23" name="E1 PE 9,7">
            <a:extLst>
              <a:ext uri="{FF2B5EF4-FFF2-40B4-BE49-F238E27FC236}">
                <a16:creationId xmlns:a16="http://schemas.microsoft.com/office/drawing/2014/main" id="{0C1D66BA-1C1A-4E91-AEE0-A5A06A499F5A}"/>
              </a:ext>
            </a:extLst>
          </p:cNvPr>
          <p:cNvSpPr>
            <a:spLocks noGrp="1"/>
          </p:cNvSpPr>
          <p:nvPr/>
        </p:nvSpPr>
        <p:spPr>
          <a:xfrm>
            <a:off x="70199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24" name="E1 PE 9,8">
            <a:extLst>
              <a:ext uri="{FF2B5EF4-FFF2-40B4-BE49-F238E27FC236}">
                <a16:creationId xmlns:a16="http://schemas.microsoft.com/office/drawing/2014/main" id="{CAF2D92A-E240-43FD-8504-CBEB74714FA4}"/>
              </a:ext>
            </a:extLst>
          </p:cNvPr>
          <p:cNvSpPr>
            <a:spLocks noGrp="1"/>
          </p:cNvSpPr>
          <p:nvPr/>
        </p:nvSpPr>
        <p:spPr>
          <a:xfrm>
            <a:off x="71723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25" name="E1 PE 9,9">
            <a:extLst>
              <a:ext uri="{FF2B5EF4-FFF2-40B4-BE49-F238E27FC236}">
                <a16:creationId xmlns:a16="http://schemas.microsoft.com/office/drawing/2014/main" id="{C4245911-57CB-43C3-892D-C566234054BB}"/>
              </a:ext>
            </a:extLst>
          </p:cNvPr>
          <p:cNvSpPr>
            <a:spLocks noGrp="1"/>
          </p:cNvSpPr>
          <p:nvPr/>
        </p:nvSpPr>
        <p:spPr>
          <a:xfrm>
            <a:off x="73247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26" name="E1 PE 9,10">
            <a:extLst>
              <a:ext uri="{FF2B5EF4-FFF2-40B4-BE49-F238E27FC236}">
                <a16:creationId xmlns:a16="http://schemas.microsoft.com/office/drawing/2014/main" id="{F7C8FCA8-4737-41E8-B978-AF92E0E35D8D}"/>
              </a:ext>
            </a:extLst>
          </p:cNvPr>
          <p:cNvSpPr>
            <a:spLocks noGrp="1"/>
          </p:cNvSpPr>
          <p:nvPr/>
        </p:nvSpPr>
        <p:spPr>
          <a:xfrm>
            <a:off x="74771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27" name="E1 PE 9,11">
            <a:extLst>
              <a:ext uri="{FF2B5EF4-FFF2-40B4-BE49-F238E27FC236}">
                <a16:creationId xmlns:a16="http://schemas.microsoft.com/office/drawing/2014/main" id="{D9DE3E01-50EB-4B35-9F4F-52259F9888FD}"/>
              </a:ext>
            </a:extLst>
          </p:cNvPr>
          <p:cNvSpPr>
            <a:spLocks noGrp="1"/>
          </p:cNvSpPr>
          <p:nvPr/>
        </p:nvSpPr>
        <p:spPr>
          <a:xfrm>
            <a:off x="76295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28" name="E1 PE 9,12">
            <a:extLst>
              <a:ext uri="{FF2B5EF4-FFF2-40B4-BE49-F238E27FC236}">
                <a16:creationId xmlns:a16="http://schemas.microsoft.com/office/drawing/2014/main" id="{C67CF2CE-B135-402F-92E6-426D4591E29B}"/>
              </a:ext>
            </a:extLst>
          </p:cNvPr>
          <p:cNvSpPr>
            <a:spLocks noGrp="1"/>
          </p:cNvSpPr>
          <p:nvPr/>
        </p:nvSpPr>
        <p:spPr>
          <a:xfrm>
            <a:off x="77819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29" name="E1 PE 9,13">
            <a:extLst>
              <a:ext uri="{FF2B5EF4-FFF2-40B4-BE49-F238E27FC236}">
                <a16:creationId xmlns:a16="http://schemas.microsoft.com/office/drawing/2014/main" id="{D67A90D9-E62A-4FDF-9BFC-8EEA42F9E441}"/>
              </a:ext>
            </a:extLst>
          </p:cNvPr>
          <p:cNvSpPr>
            <a:spLocks noGrp="1"/>
          </p:cNvSpPr>
          <p:nvPr/>
        </p:nvSpPr>
        <p:spPr>
          <a:xfrm>
            <a:off x="79343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30" name="E1 PE 9,14">
            <a:extLst>
              <a:ext uri="{FF2B5EF4-FFF2-40B4-BE49-F238E27FC236}">
                <a16:creationId xmlns:a16="http://schemas.microsoft.com/office/drawing/2014/main" id="{46419F22-E6C1-4780-A0FE-3A6F5CC09FF8}"/>
              </a:ext>
            </a:extLst>
          </p:cNvPr>
          <p:cNvSpPr>
            <a:spLocks noGrp="1"/>
          </p:cNvSpPr>
          <p:nvPr/>
        </p:nvSpPr>
        <p:spPr>
          <a:xfrm>
            <a:off x="80867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31" name="E1 PE 9,15">
            <a:extLst>
              <a:ext uri="{FF2B5EF4-FFF2-40B4-BE49-F238E27FC236}">
                <a16:creationId xmlns:a16="http://schemas.microsoft.com/office/drawing/2014/main" id="{DBE52CE3-ADFD-47E6-A066-1549B7FFA458}"/>
              </a:ext>
            </a:extLst>
          </p:cNvPr>
          <p:cNvSpPr>
            <a:spLocks noGrp="1"/>
          </p:cNvSpPr>
          <p:nvPr/>
        </p:nvSpPr>
        <p:spPr>
          <a:xfrm>
            <a:off x="8239125" y="5991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32" name="E1 PE 10,0">
            <a:extLst>
              <a:ext uri="{FF2B5EF4-FFF2-40B4-BE49-F238E27FC236}">
                <a16:creationId xmlns:a16="http://schemas.microsoft.com/office/drawing/2014/main" id="{E986FBBF-05E7-4820-B411-72D1DE223C6F}"/>
              </a:ext>
            </a:extLst>
          </p:cNvPr>
          <p:cNvSpPr>
            <a:spLocks noGrp="1"/>
          </p:cNvSpPr>
          <p:nvPr/>
        </p:nvSpPr>
        <p:spPr>
          <a:xfrm>
            <a:off x="59531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33" name="E1 PE 10,1">
            <a:extLst>
              <a:ext uri="{FF2B5EF4-FFF2-40B4-BE49-F238E27FC236}">
                <a16:creationId xmlns:a16="http://schemas.microsoft.com/office/drawing/2014/main" id="{61F144A8-F7AB-47A8-B006-B28BF393E411}"/>
              </a:ext>
            </a:extLst>
          </p:cNvPr>
          <p:cNvSpPr>
            <a:spLocks noGrp="1"/>
          </p:cNvSpPr>
          <p:nvPr/>
        </p:nvSpPr>
        <p:spPr>
          <a:xfrm>
            <a:off x="61055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34" name="E1 PE 10,2">
            <a:extLst>
              <a:ext uri="{FF2B5EF4-FFF2-40B4-BE49-F238E27FC236}">
                <a16:creationId xmlns:a16="http://schemas.microsoft.com/office/drawing/2014/main" id="{5CF140F8-41DD-4A11-9D5D-CEF51D9418EF}"/>
              </a:ext>
            </a:extLst>
          </p:cNvPr>
          <p:cNvSpPr>
            <a:spLocks noGrp="1"/>
          </p:cNvSpPr>
          <p:nvPr/>
        </p:nvSpPr>
        <p:spPr>
          <a:xfrm>
            <a:off x="62579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35" name="E1 PE 10,3">
            <a:extLst>
              <a:ext uri="{FF2B5EF4-FFF2-40B4-BE49-F238E27FC236}">
                <a16:creationId xmlns:a16="http://schemas.microsoft.com/office/drawing/2014/main" id="{5F7CA00C-9590-4A96-9A19-435DF13EC734}"/>
              </a:ext>
            </a:extLst>
          </p:cNvPr>
          <p:cNvSpPr>
            <a:spLocks noGrp="1"/>
          </p:cNvSpPr>
          <p:nvPr/>
        </p:nvSpPr>
        <p:spPr>
          <a:xfrm>
            <a:off x="64103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36" name="E1 PE 10,4">
            <a:extLst>
              <a:ext uri="{FF2B5EF4-FFF2-40B4-BE49-F238E27FC236}">
                <a16:creationId xmlns:a16="http://schemas.microsoft.com/office/drawing/2014/main" id="{D9A5B93B-A51C-4400-9420-C2421EEFA041}"/>
              </a:ext>
            </a:extLst>
          </p:cNvPr>
          <p:cNvSpPr>
            <a:spLocks noGrp="1"/>
          </p:cNvSpPr>
          <p:nvPr/>
        </p:nvSpPr>
        <p:spPr>
          <a:xfrm>
            <a:off x="65627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37" name="E1 PE 10,5">
            <a:extLst>
              <a:ext uri="{FF2B5EF4-FFF2-40B4-BE49-F238E27FC236}">
                <a16:creationId xmlns:a16="http://schemas.microsoft.com/office/drawing/2014/main" id="{3B65E0B0-E835-4FA1-8EC2-7F63FB85AD33}"/>
              </a:ext>
            </a:extLst>
          </p:cNvPr>
          <p:cNvSpPr>
            <a:spLocks noGrp="1"/>
          </p:cNvSpPr>
          <p:nvPr/>
        </p:nvSpPr>
        <p:spPr>
          <a:xfrm>
            <a:off x="67151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38" name="E1 PE 10,6">
            <a:extLst>
              <a:ext uri="{FF2B5EF4-FFF2-40B4-BE49-F238E27FC236}">
                <a16:creationId xmlns:a16="http://schemas.microsoft.com/office/drawing/2014/main" id="{CBDAEB6E-33A7-4306-932D-4CC4EB1ADF84}"/>
              </a:ext>
            </a:extLst>
          </p:cNvPr>
          <p:cNvSpPr>
            <a:spLocks noGrp="1"/>
          </p:cNvSpPr>
          <p:nvPr/>
        </p:nvSpPr>
        <p:spPr>
          <a:xfrm>
            <a:off x="68675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39" name="E1 PE 10,7">
            <a:extLst>
              <a:ext uri="{FF2B5EF4-FFF2-40B4-BE49-F238E27FC236}">
                <a16:creationId xmlns:a16="http://schemas.microsoft.com/office/drawing/2014/main" id="{4EBE84C7-2813-4A34-B302-46012361F384}"/>
              </a:ext>
            </a:extLst>
          </p:cNvPr>
          <p:cNvSpPr>
            <a:spLocks noGrp="1"/>
          </p:cNvSpPr>
          <p:nvPr/>
        </p:nvSpPr>
        <p:spPr>
          <a:xfrm>
            <a:off x="70199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40" name="E1 PE 10,8">
            <a:extLst>
              <a:ext uri="{FF2B5EF4-FFF2-40B4-BE49-F238E27FC236}">
                <a16:creationId xmlns:a16="http://schemas.microsoft.com/office/drawing/2014/main" id="{0E5D1EA7-5833-4C6F-B575-30E1AC1B2DED}"/>
              </a:ext>
            </a:extLst>
          </p:cNvPr>
          <p:cNvSpPr>
            <a:spLocks noGrp="1"/>
          </p:cNvSpPr>
          <p:nvPr/>
        </p:nvSpPr>
        <p:spPr>
          <a:xfrm>
            <a:off x="71723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41" name="E1 PE 10,9">
            <a:extLst>
              <a:ext uri="{FF2B5EF4-FFF2-40B4-BE49-F238E27FC236}">
                <a16:creationId xmlns:a16="http://schemas.microsoft.com/office/drawing/2014/main" id="{A8A72156-70F8-4717-873A-2A6B7AA97FEE}"/>
              </a:ext>
            </a:extLst>
          </p:cNvPr>
          <p:cNvSpPr>
            <a:spLocks noGrp="1"/>
          </p:cNvSpPr>
          <p:nvPr/>
        </p:nvSpPr>
        <p:spPr>
          <a:xfrm>
            <a:off x="73247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42" name="E1 PE 10,10">
            <a:extLst>
              <a:ext uri="{FF2B5EF4-FFF2-40B4-BE49-F238E27FC236}">
                <a16:creationId xmlns:a16="http://schemas.microsoft.com/office/drawing/2014/main" id="{7638F7E6-CC2A-4EF1-B6DE-739D6CC992CB}"/>
              </a:ext>
            </a:extLst>
          </p:cNvPr>
          <p:cNvSpPr>
            <a:spLocks noGrp="1"/>
          </p:cNvSpPr>
          <p:nvPr/>
        </p:nvSpPr>
        <p:spPr>
          <a:xfrm>
            <a:off x="74771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43" name="E1 PE 10,11">
            <a:extLst>
              <a:ext uri="{FF2B5EF4-FFF2-40B4-BE49-F238E27FC236}">
                <a16:creationId xmlns:a16="http://schemas.microsoft.com/office/drawing/2014/main" id="{13A18E23-CF48-4B26-9538-B4940826C205}"/>
              </a:ext>
            </a:extLst>
          </p:cNvPr>
          <p:cNvSpPr>
            <a:spLocks noGrp="1"/>
          </p:cNvSpPr>
          <p:nvPr/>
        </p:nvSpPr>
        <p:spPr>
          <a:xfrm>
            <a:off x="76295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44" name="E1 PE 10,12">
            <a:extLst>
              <a:ext uri="{FF2B5EF4-FFF2-40B4-BE49-F238E27FC236}">
                <a16:creationId xmlns:a16="http://schemas.microsoft.com/office/drawing/2014/main" id="{35E2EE1A-B077-42FD-BF79-6BB5A191C230}"/>
              </a:ext>
            </a:extLst>
          </p:cNvPr>
          <p:cNvSpPr>
            <a:spLocks noGrp="1"/>
          </p:cNvSpPr>
          <p:nvPr/>
        </p:nvSpPr>
        <p:spPr>
          <a:xfrm>
            <a:off x="77819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45" name="E1 PE 10,13">
            <a:extLst>
              <a:ext uri="{FF2B5EF4-FFF2-40B4-BE49-F238E27FC236}">
                <a16:creationId xmlns:a16="http://schemas.microsoft.com/office/drawing/2014/main" id="{CF4AE442-9B8C-4BF2-B4D4-E8419DB65280}"/>
              </a:ext>
            </a:extLst>
          </p:cNvPr>
          <p:cNvSpPr>
            <a:spLocks noGrp="1"/>
          </p:cNvSpPr>
          <p:nvPr/>
        </p:nvSpPr>
        <p:spPr>
          <a:xfrm>
            <a:off x="79343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46" name="E1 PE 10,14">
            <a:extLst>
              <a:ext uri="{FF2B5EF4-FFF2-40B4-BE49-F238E27FC236}">
                <a16:creationId xmlns:a16="http://schemas.microsoft.com/office/drawing/2014/main" id="{9473C813-1428-476A-94A9-96384631E429}"/>
              </a:ext>
            </a:extLst>
          </p:cNvPr>
          <p:cNvSpPr>
            <a:spLocks noGrp="1"/>
          </p:cNvSpPr>
          <p:nvPr/>
        </p:nvSpPr>
        <p:spPr>
          <a:xfrm>
            <a:off x="80867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47" name="E1 PE 10,15">
            <a:extLst>
              <a:ext uri="{FF2B5EF4-FFF2-40B4-BE49-F238E27FC236}">
                <a16:creationId xmlns:a16="http://schemas.microsoft.com/office/drawing/2014/main" id="{E1583307-2F35-489C-85B3-791CB9816361}"/>
              </a:ext>
            </a:extLst>
          </p:cNvPr>
          <p:cNvSpPr>
            <a:spLocks noGrp="1"/>
          </p:cNvSpPr>
          <p:nvPr/>
        </p:nvSpPr>
        <p:spPr>
          <a:xfrm>
            <a:off x="8239125" y="6143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48" name="E1 PE 11,0">
            <a:extLst>
              <a:ext uri="{FF2B5EF4-FFF2-40B4-BE49-F238E27FC236}">
                <a16:creationId xmlns:a16="http://schemas.microsoft.com/office/drawing/2014/main" id="{12CB4F88-BAC9-4992-BA9E-81C4F1F245EA}"/>
              </a:ext>
            </a:extLst>
          </p:cNvPr>
          <p:cNvSpPr>
            <a:spLocks noGrp="1"/>
          </p:cNvSpPr>
          <p:nvPr/>
        </p:nvSpPr>
        <p:spPr>
          <a:xfrm>
            <a:off x="59531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49" name="E1 PE 11,1">
            <a:extLst>
              <a:ext uri="{FF2B5EF4-FFF2-40B4-BE49-F238E27FC236}">
                <a16:creationId xmlns:a16="http://schemas.microsoft.com/office/drawing/2014/main" id="{B2341ACA-AEAB-4A69-8479-850EDE4F02C5}"/>
              </a:ext>
            </a:extLst>
          </p:cNvPr>
          <p:cNvSpPr>
            <a:spLocks noGrp="1"/>
          </p:cNvSpPr>
          <p:nvPr/>
        </p:nvSpPr>
        <p:spPr>
          <a:xfrm>
            <a:off x="61055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50" name="E1 PE 11,2">
            <a:extLst>
              <a:ext uri="{FF2B5EF4-FFF2-40B4-BE49-F238E27FC236}">
                <a16:creationId xmlns:a16="http://schemas.microsoft.com/office/drawing/2014/main" id="{3F244DEA-9D60-4C39-AEF4-541AC3B5C985}"/>
              </a:ext>
            </a:extLst>
          </p:cNvPr>
          <p:cNvSpPr>
            <a:spLocks noGrp="1"/>
          </p:cNvSpPr>
          <p:nvPr/>
        </p:nvSpPr>
        <p:spPr>
          <a:xfrm>
            <a:off x="62579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51" name="E1 PE 11,3">
            <a:extLst>
              <a:ext uri="{FF2B5EF4-FFF2-40B4-BE49-F238E27FC236}">
                <a16:creationId xmlns:a16="http://schemas.microsoft.com/office/drawing/2014/main" id="{0239B543-453C-4F76-8BD3-651C72AC421D}"/>
              </a:ext>
            </a:extLst>
          </p:cNvPr>
          <p:cNvSpPr>
            <a:spLocks noGrp="1"/>
          </p:cNvSpPr>
          <p:nvPr/>
        </p:nvSpPr>
        <p:spPr>
          <a:xfrm>
            <a:off x="64103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52" name="E1 PE 11,4">
            <a:extLst>
              <a:ext uri="{FF2B5EF4-FFF2-40B4-BE49-F238E27FC236}">
                <a16:creationId xmlns:a16="http://schemas.microsoft.com/office/drawing/2014/main" id="{17B09243-26E5-4C2C-8801-9110F4810548}"/>
              </a:ext>
            </a:extLst>
          </p:cNvPr>
          <p:cNvSpPr>
            <a:spLocks noGrp="1"/>
          </p:cNvSpPr>
          <p:nvPr/>
        </p:nvSpPr>
        <p:spPr>
          <a:xfrm>
            <a:off x="65627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53" name="E1 PE 11,5">
            <a:extLst>
              <a:ext uri="{FF2B5EF4-FFF2-40B4-BE49-F238E27FC236}">
                <a16:creationId xmlns:a16="http://schemas.microsoft.com/office/drawing/2014/main" id="{39A13CF6-B287-41C1-86B2-7D7F55E650A6}"/>
              </a:ext>
            </a:extLst>
          </p:cNvPr>
          <p:cNvSpPr>
            <a:spLocks noGrp="1"/>
          </p:cNvSpPr>
          <p:nvPr/>
        </p:nvSpPr>
        <p:spPr>
          <a:xfrm>
            <a:off x="67151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54" name="E1 PE 11,6">
            <a:extLst>
              <a:ext uri="{FF2B5EF4-FFF2-40B4-BE49-F238E27FC236}">
                <a16:creationId xmlns:a16="http://schemas.microsoft.com/office/drawing/2014/main" id="{EACE0655-28BA-46A0-927B-68D0A85A4CD7}"/>
              </a:ext>
            </a:extLst>
          </p:cNvPr>
          <p:cNvSpPr>
            <a:spLocks noGrp="1"/>
          </p:cNvSpPr>
          <p:nvPr/>
        </p:nvSpPr>
        <p:spPr>
          <a:xfrm>
            <a:off x="68675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55" name="E1 PE 11,7">
            <a:extLst>
              <a:ext uri="{FF2B5EF4-FFF2-40B4-BE49-F238E27FC236}">
                <a16:creationId xmlns:a16="http://schemas.microsoft.com/office/drawing/2014/main" id="{5B16D104-AF82-4421-9BE3-CF584531892C}"/>
              </a:ext>
            </a:extLst>
          </p:cNvPr>
          <p:cNvSpPr>
            <a:spLocks noGrp="1"/>
          </p:cNvSpPr>
          <p:nvPr/>
        </p:nvSpPr>
        <p:spPr>
          <a:xfrm>
            <a:off x="70199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56" name="E1 PE 11,8">
            <a:extLst>
              <a:ext uri="{FF2B5EF4-FFF2-40B4-BE49-F238E27FC236}">
                <a16:creationId xmlns:a16="http://schemas.microsoft.com/office/drawing/2014/main" id="{3868E1D8-511E-43DB-A6DE-85E49BD27C28}"/>
              </a:ext>
            </a:extLst>
          </p:cNvPr>
          <p:cNvSpPr>
            <a:spLocks noGrp="1"/>
          </p:cNvSpPr>
          <p:nvPr/>
        </p:nvSpPr>
        <p:spPr>
          <a:xfrm>
            <a:off x="71723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57" name="E1 PE 11,9">
            <a:extLst>
              <a:ext uri="{FF2B5EF4-FFF2-40B4-BE49-F238E27FC236}">
                <a16:creationId xmlns:a16="http://schemas.microsoft.com/office/drawing/2014/main" id="{484A3C5D-2209-4D11-9A84-7DE055049938}"/>
              </a:ext>
            </a:extLst>
          </p:cNvPr>
          <p:cNvSpPr>
            <a:spLocks noGrp="1"/>
          </p:cNvSpPr>
          <p:nvPr/>
        </p:nvSpPr>
        <p:spPr>
          <a:xfrm>
            <a:off x="73247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58" name="E1 PE 11,10">
            <a:extLst>
              <a:ext uri="{FF2B5EF4-FFF2-40B4-BE49-F238E27FC236}">
                <a16:creationId xmlns:a16="http://schemas.microsoft.com/office/drawing/2014/main" id="{FB10BD64-A5DD-4E33-B88E-2950429AADB6}"/>
              </a:ext>
            </a:extLst>
          </p:cNvPr>
          <p:cNvSpPr>
            <a:spLocks noGrp="1"/>
          </p:cNvSpPr>
          <p:nvPr/>
        </p:nvSpPr>
        <p:spPr>
          <a:xfrm>
            <a:off x="74771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59" name="E1 PE 11,11">
            <a:extLst>
              <a:ext uri="{FF2B5EF4-FFF2-40B4-BE49-F238E27FC236}">
                <a16:creationId xmlns:a16="http://schemas.microsoft.com/office/drawing/2014/main" id="{226A457E-6325-4A6D-AB11-57C7AE9D38C1}"/>
              </a:ext>
            </a:extLst>
          </p:cNvPr>
          <p:cNvSpPr>
            <a:spLocks noGrp="1"/>
          </p:cNvSpPr>
          <p:nvPr/>
        </p:nvSpPr>
        <p:spPr>
          <a:xfrm>
            <a:off x="76295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60" name="E1 PE 11,12">
            <a:extLst>
              <a:ext uri="{FF2B5EF4-FFF2-40B4-BE49-F238E27FC236}">
                <a16:creationId xmlns:a16="http://schemas.microsoft.com/office/drawing/2014/main" id="{95B3C7D8-8283-455A-A415-C4139BE3901F}"/>
              </a:ext>
            </a:extLst>
          </p:cNvPr>
          <p:cNvSpPr>
            <a:spLocks noGrp="1"/>
          </p:cNvSpPr>
          <p:nvPr/>
        </p:nvSpPr>
        <p:spPr>
          <a:xfrm>
            <a:off x="77819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61" name="E1 PE 11,13">
            <a:extLst>
              <a:ext uri="{FF2B5EF4-FFF2-40B4-BE49-F238E27FC236}">
                <a16:creationId xmlns:a16="http://schemas.microsoft.com/office/drawing/2014/main" id="{160A1F58-F43E-4589-B4E0-96E122D638A1}"/>
              </a:ext>
            </a:extLst>
          </p:cNvPr>
          <p:cNvSpPr>
            <a:spLocks noGrp="1"/>
          </p:cNvSpPr>
          <p:nvPr/>
        </p:nvSpPr>
        <p:spPr>
          <a:xfrm>
            <a:off x="79343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62" name="E1 PE 11,14">
            <a:extLst>
              <a:ext uri="{FF2B5EF4-FFF2-40B4-BE49-F238E27FC236}">
                <a16:creationId xmlns:a16="http://schemas.microsoft.com/office/drawing/2014/main" id="{13ACBACD-5E0D-4023-8A1E-006D119BD25A}"/>
              </a:ext>
            </a:extLst>
          </p:cNvPr>
          <p:cNvSpPr>
            <a:spLocks noGrp="1"/>
          </p:cNvSpPr>
          <p:nvPr/>
        </p:nvSpPr>
        <p:spPr>
          <a:xfrm>
            <a:off x="80867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63" name="E1 PE 11,15">
            <a:extLst>
              <a:ext uri="{FF2B5EF4-FFF2-40B4-BE49-F238E27FC236}">
                <a16:creationId xmlns:a16="http://schemas.microsoft.com/office/drawing/2014/main" id="{DF75F519-6954-4C29-AF16-1929E57B8DB5}"/>
              </a:ext>
            </a:extLst>
          </p:cNvPr>
          <p:cNvSpPr>
            <a:spLocks noGrp="1"/>
          </p:cNvSpPr>
          <p:nvPr/>
        </p:nvSpPr>
        <p:spPr>
          <a:xfrm>
            <a:off x="8239125" y="62960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64" name="E1 PE 12,0">
            <a:extLst>
              <a:ext uri="{FF2B5EF4-FFF2-40B4-BE49-F238E27FC236}">
                <a16:creationId xmlns:a16="http://schemas.microsoft.com/office/drawing/2014/main" id="{EFA9F864-566D-47A7-AD13-E2CF39B2702B}"/>
              </a:ext>
            </a:extLst>
          </p:cNvPr>
          <p:cNvSpPr>
            <a:spLocks noGrp="1"/>
          </p:cNvSpPr>
          <p:nvPr/>
        </p:nvSpPr>
        <p:spPr>
          <a:xfrm>
            <a:off x="59531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65" name="E1 PE 12,1">
            <a:extLst>
              <a:ext uri="{FF2B5EF4-FFF2-40B4-BE49-F238E27FC236}">
                <a16:creationId xmlns:a16="http://schemas.microsoft.com/office/drawing/2014/main" id="{153C41D2-165F-49C7-95D0-06C8E6D32C07}"/>
              </a:ext>
            </a:extLst>
          </p:cNvPr>
          <p:cNvSpPr>
            <a:spLocks noGrp="1"/>
          </p:cNvSpPr>
          <p:nvPr/>
        </p:nvSpPr>
        <p:spPr>
          <a:xfrm>
            <a:off x="61055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66" name="E1 PE 12,2">
            <a:extLst>
              <a:ext uri="{FF2B5EF4-FFF2-40B4-BE49-F238E27FC236}">
                <a16:creationId xmlns:a16="http://schemas.microsoft.com/office/drawing/2014/main" id="{5B81DE2F-9394-4639-8EBD-BFB75D88DE32}"/>
              </a:ext>
            </a:extLst>
          </p:cNvPr>
          <p:cNvSpPr>
            <a:spLocks noGrp="1"/>
          </p:cNvSpPr>
          <p:nvPr/>
        </p:nvSpPr>
        <p:spPr>
          <a:xfrm>
            <a:off x="62579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67" name="E1 PE 12,3">
            <a:extLst>
              <a:ext uri="{FF2B5EF4-FFF2-40B4-BE49-F238E27FC236}">
                <a16:creationId xmlns:a16="http://schemas.microsoft.com/office/drawing/2014/main" id="{519C0173-1DA7-4A90-B2EA-2244C3EB8745}"/>
              </a:ext>
            </a:extLst>
          </p:cNvPr>
          <p:cNvSpPr>
            <a:spLocks noGrp="1"/>
          </p:cNvSpPr>
          <p:nvPr/>
        </p:nvSpPr>
        <p:spPr>
          <a:xfrm>
            <a:off x="64103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68" name="E1 PE 12,4">
            <a:extLst>
              <a:ext uri="{FF2B5EF4-FFF2-40B4-BE49-F238E27FC236}">
                <a16:creationId xmlns:a16="http://schemas.microsoft.com/office/drawing/2014/main" id="{0A0EBF2C-2984-4ECA-987F-E47C223520A3}"/>
              </a:ext>
            </a:extLst>
          </p:cNvPr>
          <p:cNvSpPr>
            <a:spLocks noGrp="1"/>
          </p:cNvSpPr>
          <p:nvPr/>
        </p:nvSpPr>
        <p:spPr>
          <a:xfrm>
            <a:off x="65627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69" name="E1 PE 12,5">
            <a:extLst>
              <a:ext uri="{FF2B5EF4-FFF2-40B4-BE49-F238E27FC236}">
                <a16:creationId xmlns:a16="http://schemas.microsoft.com/office/drawing/2014/main" id="{D2D1334C-3068-44A3-987F-E42B720ADF33}"/>
              </a:ext>
            </a:extLst>
          </p:cNvPr>
          <p:cNvSpPr>
            <a:spLocks noGrp="1"/>
          </p:cNvSpPr>
          <p:nvPr/>
        </p:nvSpPr>
        <p:spPr>
          <a:xfrm>
            <a:off x="67151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70" name="E1 PE 12,6">
            <a:extLst>
              <a:ext uri="{FF2B5EF4-FFF2-40B4-BE49-F238E27FC236}">
                <a16:creationId xmlns:a16="http://schemas.microsoft.com/office/drawing/2014/main" id="{7DBC84C3-BE7E-4DC5-BFC7-9C873ADA87C1}"/>
              </a:ext>
            </a:extLst>
          </p:cNvPr>
          <p:cNvSpPr>
            <a:spLocks noGrp="1"/>
          </p:cNvSpPr>
          <p:nvPr/>
        </p:nvSpPr>
        <p:spPr>
          <a:xfrm>
            <a:off x="68675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71" name="E1 PE 12,7">
            <a:extLst>
              <a:ext uri="{FF2B5EF4-FFF2-40B4-BE49-F238E27FC236}">
                <a16:creationId xmlns:a16="http://schemas.microsoft.com/office/drawing/2014/main" id="{09035F0D-BC89-408A-A6D0-D5B35AA9FD39}"/>
              </a:ext>
            </a:extLst>
          </p:cNvPr>
          <p:cNvSpPr>
            <a:spLocks noGrp="1"/>
          </p:cNvSpPr>
          <p:nvPr/>
        </p:nvSpPr>
        <p:spPr>
          <a:xfrm>
            <a:off x="70199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72" name="E1 PE 12,8">
            <a:extLst>
              <a:ext uri="{FF2B5EF4-FFF2-40B4-BE49-F238E27FC236}">
                <a16:creationId xmlns:a16="http://schemas.microsoft.com/office/drawing/2014/main" id="{04174FCA-8109-42A5-8843-DC6C90C89CFE}"/>
              </a:ext>
            </a:extLst>
          </p:cNvPr>
          <p:cNvSpPr>
            <a:spLocks noGrp="1"/>
          </p:cNvSpPr>
          <p:nvPr/>
        </p:nvSpPr>
        <p:spPr>
          <a:xfrm>
            <a:off x="71723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73" name="E1 PE 12,9">
            <a:extLst>
              <a:ext uri="{FF2B5EF4-FFF2-40B4-BE49-F238E27FC236}">
                <a16:creationId xmlns:a16="http://schemas.microsoft.com/office/drawing/2014/main" id="{97E62562-9E63-46B6-B95C-81D820D550BD}"/>
              </a:ext>
            </a:extLst>
          </p:cNvPr>
          <p:cNvSpPr>
            <a:spLocks noGrp="1"/>
          </p:cNvSpPr>
          <p:nvPr/>
        </p:nvSpPr>
        <p:spPr>
          <a:xfrm>
            <a:off x="73247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74" name="E1 PE 12,10">
            <a:extLst>
              <a:ext uri="{FF2B5EF4-FFF2-40B4-BE49-F238E27FC236}">
                <a16:creationId xmlns:a16="http://schemas.microsoft.com/office/drawing/2014/main" id="{C379EC5D-C6E4-40F1-97A1-62939C66A903}"/>
              </a:ext>
            </a:extLst>
          </p:cNvPr>
          <p:cNvSpPr>
            <a:spLocks noGrp="1"/>
          </p:cNvSpPr>
          <p:nvPr/>
        </p:nvSpPr>
        <p:spPr>
          <a:xfrm>
            <a:off x="74771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75" name="E1 PE 12,11">
            <a:extLst>
              <a:ext uri="{FF2B5EF4-FFF2-40B4-BE49-F238E27FC236}">
                <a16:creationId xmlns:a16="http://schemas.microsoft.com/office/drawing/2014/main" id="{47829D7D-C628-4BFD-88F2-200A592AF73F}"/>
              </a:ext>
            </a:extLst>
          </p:cNvPr>
          <p:cNvSpPr>
            <a:spLocks noGrp="1"/>
          </p:cNvSpPr>
          <p:nvPr/>
        </p:nvSpPr>
        <p:spPr>
          <a:xfrm>
            <a:off x="76295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76" name="E1 PE 12,12">
            <a:extLst>
              <a:ext uri="{FF2B5EF4-FFF2-40B4-BE49-F238E27FC236}">
                <a16:creationId xmlns:a16="http://schemas.microsoft.com/office/drawing/2014/main" id="{6FF52AA2-272F-41E0-AFDB-C1C5E17B5082}"/>
              </a:ext>
            </a:extLst>
          </p:cNvPr>
          <p:cNvSpPr>
            <a:spLocks noGrp="1"/>
          </p:cNvSpPr>
          <p:nvPr/>
        </p:nvSpPr>
        <p:spPr>
          <a:xfrm>
            <a:off x="77819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77" name="E1 PE 12,13">
            <a:extLst>
              <a:ext uri="{FF2B5EF4-FFF2-40B4-BE49-F238E27FC236}">
                <a16:creationId xmlns:a16="http://schemas.microsoft.com/office/drawing/2014/main" id="{47D706DB-AE74-48E3-9EA2-4D415DDAD0AB}"/>
              </a:ext>
            </a:extLst>
          </p:cNvPr>
          <p:cNvSpPr>
            <a:spLocks noGrp="1"/>
          </p:cNvSpPr>
          <p:nvPr/>
        </p:nvSpPr>
        <p:spPr>
          <a:xfrm>
            <a:off x="79343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78" name="E1 PE 12,14">
            <a:extLst>
              <a:ext uri="{FF2B5EF4-FFF2-40B4-BE49-F238E27FC236}">
                <a16:creationId xmlns:a16="http://schemas.microsoft.com/office/drawing/2014/main" id="{F4F41B65-83A0-4820-8223-5CB6166E9206}"/>
              </a:ext>
            </a:extLst>
          </p:cNvPr>
          <p:cNvSpPr>
            <a:spLocks noGrp="1"/>
          </p:cNvSpPr>
          <p:nvPr/>
        </p:nvSpPr>
        <p:spPr>
          <a:xfrm>
            <a:off x="80867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79" name="E1 PE 12,15">
            <a:extLst>
              <a:ext uri="{FF2B5EF4-FFF2-40B4-BE49-F238E27FC236}">
                <a16:creationId xmlns:a16="http://schemas.microsoft.com/office/drawing/2014/main" id="{A950E11E-B90B-40D1-B7BA-463717AB1605}"/>
              </a:ext>
            </a:extLst>
          </p:cNvPr>
          <p:cNvSpPr>
            <a:spLocks noGrp="1"/>
          </p:cNvSpPr>
          <p:nvPr/>
        </p:nvSpPr>
        <p:spPr>
          <a:xfrm>
            <a:off x="8239125" y="64484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80" name="E1 PE 13,0">
            <a:extLst>
              <a:ext uri="{FF2B5EF4-FFF2-40B4-BE49-F238E27FC236}">
                <a16:creationId xmlns:a16="http://schemas.microsoft.com/office/drawing/2014/main" id="{5527128F-FA37-4FF1-97CD-73D7B1458B3A}"/>
              </a:ext>
            </a:extLst>
          </p:cNvPr>
          <p:cNvSpPr>
            <a:spLocks noGrp="1"/>
          </p:cNvSpPr>
          <p:nvPr/>
        </p:nvSpPr>
        <p:spPr>
          <a:xfrm>
            <a:off x="59531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81" name="E1 PE 13,1">
            <a:extLst>
              <a:ext uri="{FF2B5EF4-FFF2-40B4-BE49-F238E27FC236}">
                <a16:creationId xmlns:a16="http://schemas.microsoft.com/office/drawing/2014/main" id="{CAB6DF14-84DD-46F6-AE11-1020D356C5AB}"/>
              </a:ext>
            </a:extLst>
          </p:cNvPr>
          <p:cNvSpPr>
            <a:spLocks noGrp="1"/>
          </p:cNvSpPr>
          <p:nvPr/>
        </p:nvSpPr>
        <p:spPr>
          <a:xfrm>
            <a:off x="61055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82" name="E1 PE 13,2">
            <a:extLst>
              <a:ext uri="{FF2B5EF4-FFF2-40B4-BE49-F238E27FC236}">
                <a16:creationId xmlns:a16="http://schemas.microsoft.com/office/drawing/2014/main" id="{02DFA1A2-FD46-4E4F-9768-2FC6165A36E9}"/>
              </a:ext>
            </a:extLst>
          </p:cNvPr>
          <p:cNvSpPr>
            <a:spLocks noGrp="1"/>
          </p:cNvSpPr>
          <p:nvPr/>
        </p:nvSpPr>
        <p:spPr>
          <a:xfrm>
            <a:off x="62579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83" name="E1 PE 13,3">
            <a:extLst>
              <a:ext uri="{FF2B5EF4-FFF2-40B4-BE49-F238E27FC236}">
                <a16:creationId xmlns:a16="http://schemas.microsoft.com/office/drawing/2014/main" id="{3C97ABF5-90EC-4597-BC8B-77A815F1F6A2}"/>
              </a:ext>
            </a:extLst>
          </p:cNvPr>
          <p:cNvSpPr>
            <a:spLocks noGrp="1"/>
          </p:cNvSpPr>
          <p:nvPr/>
        </p:nvSpPr>
        <p:spPr>
          <a:xfrm>
            <a:off x="64103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84" name="E1 PE 13,4">
            <a:extLst>
              <a:ext uri="{FF2B5EF4-FFF2-40B4-BE49-F238E27FC236}">
                <a16:creationId xmlns:a16="http://schemas.microsoft.com/office/drawing/2014/main" id="{39C97D28-A3E1-4AA0-A8D9-F62C5FC9E4C3}"/>
              </a:ext>
            </a:extLst>
          </p:cNvPr>
          <p:cNvSpPr>
            <a:spLocks noGrp="1"/>
          </p:cNvSpPr>
          <p:nvPr/>
        </p:nvSpPr>
        <p:spPr>
          <a:xfrm>
            <a:off x="65627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85" name="E1 PE 13,5">
            <a:extLst>
              <a:ext uri="{FF2B5EF4-FFF2-40B4-BE49-F238E27FC236}">
                <a16:creationId xmlns:a16="http://schemas.microsoft.com/office/drawing/2014/main" id="{9DB67CBB-6768-4083-9E8D-5D8DC91F537C}"/>
              </a:ext>
            </a:extLst>
          </p:cNvPr>
          <p:cNvSpPr>
            <a:spLocks noGrp="1"/>
          </p:cNvSpPr>
          <p:nvPr/>
        </p:nvSpPr>
        <p:spPr>
          <a:xfrm>
            <a:off x="67151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86" name="E1 PE 13,6">
            <a:extLst>
              <a:ext uri="{FF2B5EF4-FFF2-40B4-BE49-F238E27FC236}">
                <a16:creationId xmlns:a16="http://schemas.microsoft.com/office/drawing/2014/main" id="{D47FD0E4-1CAB-46D1-8228-D57610B07D60}"/>
              </a:ext>
            </a:extLst>
          </p:cNvPr>
          <p:cNvSpPr>
            <a:spLocks noGrp="1"/>
          </p:cNvSpPr>
          <p:nvPr/>
        </p:nvSpPr>
        <p:spPr>
          <a:xfrm>
            <a:off x="68675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87" name="E1 PE 13,7">
            <a:extLst>
              <a:ext uri="{FF2B5EF4-FFF2-40B4-BE49-F238E27FC236}">
                <a16:creationId xmlns:a16="http://schemas.microsoft.com/office/drawing/2014/main" id="{94DC9AB1-36B1-41F1-9087-F34BA0CC3E28}"/>
              </a:ext>
            </a:extLst>
          </p:cNvPr>
          <p:cNvSpPr>
            <a:spLocks noGrp="1"/>
          </p:cNvSpPr>
          <p:nvPr/>
        </p:nvSpPr>
        <p:spPr>
          <a:xfrm>
            <a:off x="70199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88" name="E1 PE 13,8">
            <a:extLst>
              <a:ext uri="{FF2B5EF4-FFF2-40B4-BE49-F238E27FC236}">
                <a16:creationId xmlns:a16="http://schemas.microsoft.com/office/drawing/2014/main" id="{0987E1B6-29C7-4FF6-93AA-D5C17708DFC4}"/>
              </a:ext>
            </a:extLst>
          </p:cNvPr>
          <p:cNvSpPr>
            <a:spLocks noGrp="1"/>
          </p:cNvSpPr>
          <p:nvPr/>
        </p:nvSpPr>
        <p:spPr>
          <a:xfrm>
            <a:off x="71723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89" name="E1 PE 13,9">
            <a:extLst>
              <a:ext uri="{FF2B5EF4-FFF2-40B4-BE49-F238E27FC236}">
                <a16:creationId xmlns:a16="http://schemas.microsoft.com/office/drawing/2014/main" id="{92FEA5BB-0230-4B38-861C-74F0C0E50426}"/>
              </a:ext>
            </a:extLst>
          </p:cNvPr>
          <p:cNvSpPr>
            <a:spLocks noGrp="1"/>
          </p:cNvSpPr>
          <p:nvPr/>
        </p:nvSpPr>
        <p:spPr>
          <a:xfrm>
            <a:off x="73247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90" name="E1 PE 13,10">
            <a:extLst>
              <a:ext uri="{FF2B5EF4-FFF2-40B4-BE49-F238E27FC236}">
                <a16:creationId xmlns:a16="http://schemas.microsoft.com/office/drawing/2014/main" id="{25940E5B-8254-4798-9A0C-12D0CA197A07}"/>
              </a:ext>
            </a:extLst>
          </p:cNvPr>
          <p:cNvSpPr>
            <a:spLocks noGrp="1"/>
          </p:cNvSpPr>
          <p:nvPr/>
        </p:nvSpPr>
        <p:spPr>
          <a:xfrm>
            <a:off x="74771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91" name="E1 PE 13,11">
            <a:extLst>
              <a:ext uri="{FF2B5EF4-FFF2-40B4-BE49-F238E27FC236}">
                <a16:creationId xmlns:a16="http://schemas.microsoft.com/office/drawing/2014/main" id="{8AF04911-552C-4DD2-87B5-D18E9F06023F}"/>
              </a:ext>
            </a:extLst>
          </p:cNvPr>
          <p:cNvSpPr>
            <a:spLocks noGrp="1"/>
          </p:cNvSpPr>
          <p:nvPr/>
        </p:nvSpPr>
        <p:spPr>
          <a:xfrm>
            <a:off x="76295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92" name="E1 PE 13,12">
            <a:extLst>
              <a:ext uri="{FF2B5EF4-FFF2-40B4-BE49-F238E27FC236}">
                <a16:creationId xmlns:a16="http://schemas.microsoft.com/office/drawing/2014/main" id="{69AE83DE-B88B-4028-8AE5-2DA2F8035142}"/>
              </a:ext>
            </a:extLst>
          </p:cNvPr>
          <p:cNvSpPr>
            <a:spLocks noGrp="1"/>
          </p:cNvSpPr>
          <p:nvPr/>
        </p:nvSpPr>
        <p:spPr>
          <a:xfrm>
            <a:off x="77819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93" name="E1 PE 13,13">
            <a:extLst>
              <a:ext uri="{FF2B5EF4-FFF2-40B4-BE49-F238E27FC236}">
                <a16:creationId xmlns:a16="http://schemas.microsoft.com/office/drawing/2014/main" id="{CF5F508A-8353-49CD-A477-A2008084EF6A}"/>
              </a:ext>
            </a:extLst>
          </p:cNvPr>
          <p:cNvSpPr>
            <a:spLocks noGrp="1"/>
          </p:cNvSpPr>
          <p:nvPr/>
        </p:nvSpPr>
        <p:spPr>
          <a:xfrm>
            <a:off x="79343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94" name="E1 PE 13,14">
            <a:extLst>
              <a:ext uri="{FF2B5EF4-FFF2-40B4-BE49-F238E27FC236}">
                <a16:creationId xmlns:a16="http://schemas.microsoft.com/office/drawing/2014/main" id="{48376022-770E-4E23-A9B4-D6CAB2F169EA}"/>
              </a:ext>
            </a:extLst>
          </p:cNvPr>
          <p:cNvSpPr>
            <a:spLocks noGrp="1"/>
          </p:cNvSpPr>
          <p:nvPr/>
        </p:nvSpPr>
        <p:spPr>
          <a:xfrm>
            <a:off x="80867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95" name="E1 PE 13,15">
            <a:extLst>
              <a:ext uri="{FF2B5EF4-FFF2-40B4-BE49-F238E27FC236}">
                <a16:creationId xmlns:a16="http://schemas.microsoft.com/office/drawing/2014/main" id="{2B87CCAF-C524-4AA9-86A4-E95FD597BF19}"/>
              </a:ext>
            </a:extLst>
          </p:cNvPr>
          <p:cNvSpPr>
            <a:spLocks noGrp="1"/>
          </p:cNvSpPr>
          <p:nvPr/>
        </p:nvSpPr>
        <p:spPr>
          <a:xfrm>
            <a:off x="8239125" y="66008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96" name="E1 PE 14,0">
            <a:extLst>
              <a:ext uri="{FF2B5EF4-FFF2-40B4-BE49-F238E27FC236}">
                <a16:creationId xmlns:a16="http://schemas.microsoft.com/office/drawing/2014/main" id="{1844F278-1A23-442A-960F-27421E7F2D72}"/>
              </a:ext>
            </a:extLst>
          </p:cNvPr>
          <p:cNvSpPr>
            <a:spLocks noGrp="1"/>
          </p:cNvSpPr>
          <p:nvPr/>
        </p:nvSpPr>
        <p:spPr>
          <a:xfrm>
            <a:off x="59531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97" name="E1 PE 14,1">
            <a:extLst>
              <a:ext uri="{FF2B5EF4-FFF2-40B4-BE49-F238E27FC236}">
                <a16:creationId xmlns:a16="http://schemas.microsoft.com/office/drawing/2014/main" id="{65D50D48-4BD9-4FE6-9ED5-17957779E3AE}"/>
              </a:ext>
            </a:extLst>
          </p:cNvPr>
          <p:cNvSpPr>
            <a:spLocks noGrp="1"/>
          </p:cNvSpPr>
          <p:nvPr/>
        </p:nvSpPr>
        <p:spPr>
          <a:xfrm>
            <a:off x="61055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98" name="E1 PE 14,2">
            <a:extLst>
              <a:ext uri="{FF2B5EF4-FFF2-40B4-BE49-F238E27FC236}">
                <a16:creationId xmlns:a16="http://schemas.microsoft.com/office/drawing/2014/main" id="{B7426556-CCCC-4609-B153-DA97CACDDDA9}"/>
              </a:ext>
            </a:extLst>
          </p:cNvPr>
          <p:cNvSpPr>
            <a:spLocks noGrp="1"/>
          </p:cNvSpPr>
          <p:nvPr/>
        </p:nvSpPr>
        <p:spPr>
          <a:xfrm>
            <a:off x="62579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99" name="E1 PE 14,3">
            <a:extLst>
              <a:ext uri="{FF2B5EF4-FFF2-40B4-BE49-F238E27FC236}">
                <a16:creationId xmlns:a16="http://schemas.microsoft.com/office/drawing/2014/main" id="{82031046-66A7-4F67-A8BF-0510A74702B1}"/>
              </a:ext>
            </a:extLst>
          </p:cNvPr>
          <p:cNvSpPr>
            <a:spLocks noGrp="1"/>
          </p:cNvSpPr>
          <p:nvPr/>
        </p:nvSpPr>
        <p:spPr>
          <a:xfrm>
            <a:off x="64103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00" name="E1 PE 14,4">
            <a:extLst>
              <a:ext uri="{FF2B5EF4-FFF2-40B4-BE49-F238E27FC236}">
                <a16:creationId xmlns:a16="http://schemas.microsoft.com/office/drawing/2014/main" id="{11247AB9-A903-4281-8714-082B6204BF24}"/>
              </a:ext>
            </a:extLst>
          </p:cNvPr>
          <p:cNvSpPr>
            <a:spLocks noGrp="1"/>
          </p:cNvSpPr>
          <p:nvPr/>
        </p:nvSpPr>
        <p:spPr>
          <a:xfrm>
            <a:off x="65627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01" name="E1 PE 14,5">
            <a:extLst>
              <a:ext uri="{FF2B5EF4-FFF2-40B4-BE49-F238E27FC236}">
                <a16:creationId xmlns:a16="http://schemas.microsoft.com/office/drawing/2014/main" id="{96A1BDDA-71B9-4DF7-96D3-6B04F90400CD}"/>
              </a:ext>
            </a:extLst>
          </p:cNvPr>
          <p:cNvSpPr>
            <a:spLocks noGrp="1"/>
          </p:cNvSpPr>
          <p:nvPr/>
        </p:nvSpPr>
        <p:spPr>
          <a:xfrm>
            <a:off x="67151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02" name="E1 PE 14,6">
            <a:extLst>
              <a:ext uri="{FF2B5EF4-FFF2-40B4-BE49-F238E27FC236}">
                <a16:creationId xmlns:a16="http://schemas.microsoft.com/office/drawing/2014/main" id="{E1A80F06-3055-417E-B753-923952980A14}"/>
              </a:ext>
            </a:extLst>
          </p:cNvPr>
          <p:cNvSpPr>
            <a:spLocks noGrp="1"/>
          </p:cNvSpPr>
          <p:nvPr/>
        </p:nvSpPr>
        <p:spPr>
          <a:xfrm>
            <a:off x="68675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03" name="E1 PE 14,7">
            <a:extLst>
              <a:ext uri="{FF2B5EF4-FFF2-40B4-BE49-F238E27FC236}">
                <a16:creationId xmlns:a16="http://schemas.microsoft.com/office/drawing/2014/main" id="{CA41BF89-3640-4328-9F16-7498726417C9}"/>
              </a:ext>
            </a:extLst>
          </p:cNvPr>
          <p:cNvSpPr>
            <a:spLocks noGrp="1"/>
          </p:cNvSpPr>
          <p:nvPr/>
        </p:nvSpPr>
        <p:spPr>
          <a:xfrm>
            <a:off x="70199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04" name="E1 PE 14,8">
            <a:extLst>
              <a:ext uri="{FF2B5EF4-FFF2-40B4-BE49-F238E27FC236}">
                <a16:creationId xmlns:a16="http://schemas.microsoft.com/office/drawing/2014/main" id="{F2467F45-2CC1-4707-9ADB-2DC5FCED6CD6}"/>
              </a:ext>
            </a:extLst>
          </p:cNvPr>
          <p:cNvSpPr>
            <a:spLocks noGrp="1"/>
          </p:cNvSpPr>
          <p:nvPr/>
        </p:nvSpPr>
        <p:spPr>
          <a:xfrm>
            <a:off x="71723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05" name="E1 PE 14,9">
            <a:extLst>
              <a:ext uri="{FF2B5EF4-FFF2-40B4-BE49-F238E27FC236}">
                <a16:creationId xmlns:a16="http://schemas.microsoft.com/office/drawing/2014/main" id="{6D22DD7B-3886-480A-9219-FBB766EFF859}"/>
              </a:ext>
            </a:extLst>
          </p:cNvPr>
          <p:cNvSpPr>
            <a:spLocks noGrp="1"/>
          </p:cNvSpPr>
          <p:nvPr/>
        </p:nvSpPr>
        <p:spPr>
          <a:xfrm>
            <a:off x="73247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06" name="E1 PE 14,10">
            <a:extLst>
              <a:ext uri="{FF2B5EF4-FFF2-40B4-BE49-F238E27FC236}">
                <a16:creationId xmlns:a16="http://schemas.microsoft.com/office/drawing/2014/main" id="{187F13B0-EC7D-4CAB-AF43-49A943876A3D}"/>
              </a:ext>
            </a:extLst>
          </p:cNvPr>
          <p:cNvSpPr>
            <a:spLocks noGrp="1"/>
          </p:cNvSpPr>
          <p:nvPr/>
        </p:nvSpPr>
        <p:spPr>
          <a:xfrm>
            <a:off x="74771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07" name="E1 PE 14,11">
            <a:extLst>
              <a:ext uri="{FF2B5EF4-FFF2-40B4-BE49-F238E27FC236}">
                <a16:creationId xmlns:a16="http://schemas.microsoft.com/office/drawing/2014/main" id="{25768E53-FB5D-4E80-B7C8-196A5387FF4D}"/>
              </a:ext>
            </a:extLst>
          </p:cNvPr>
          <p:cNvSpPr>
            <a:spLocks noGrp="1"/>
          </p:cNvSpPr>
          <p:nvPr/>
        </p:nvSpPr>
        <p:spPr>
          <a:xfrm>
            <a:off x="76295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08" name="E1 PE 14,12">
            <a:extLst>
              <a:ext uri="{FF2B5EF4-FFF2-40B4-BE49-F238E27FC236}">
                <a16:creationId xmlns:a16="http://schemas.microsoft.com/office/drawing/2014/main" id="{D825A260-7738-42BE-97E9-F56CED5F4360}"/>
              </a:ext>
            </a:extLst>
          </p:cNvPr>
          <p:cNvSpPr>
            <a:spLocks noGrp="1"/>
          </p:cNvSpPr>
          <p:nvPr/>
        </p:nvSpPr>
        <p:spPr>
          <a:xfrm>
            <a:off x="77819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09" name="E1 PE 14,13">
            <a:extLst>
              <a:ext uri="{FF2B5EF4-FFF2-40B4-BE49-F238E27FC236}">
                <a16:creationId xmlns:a16="http://schemas.microsoft.com/office/drawing/2014/main" id="{6A598490-003B-4EB8-AD93-C0EFCE5EDE8B}"/>
              </a:ext>
            </a:extLst>
          </p:cNvPr>
          <p:cNvSpPr>
            <a:spLocks noGrp="1"/>
          </p:cNvSpPr>
          <p:nvPr/>
        </p:nvSpPr>
        <p:spPr>
          <a:xfrm>
            <a:off x="79343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10" name="E1 PE 14,14">
            <a:extLst>
              <a:ext uri="{FF2B5EF4-FFF2-40B4-BE49-F238E27FC236}">
                <a16:creationId xmlns:a16="http://schemas.microsoft.com/office/drawing/2014/main" id="{FC3D7A23-4DBE-40DB-8FE1-42D9CABD22B0}"/>
              </a:ext>
            </a:extLst>
          </p:cNvPr>
          <p:cNvSpPr>
            <a:spLocks noGrp="1"/>
          </p:cNvSpPr>
          <p:nvPr/>
        </p:nvSpPr>
        <p:spPr>
          <a:xfrm>
            <a:off x="80867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11" name="E1 PE 14,15">
            <a:extLst>
              <a:ext uri="{FF2B5EF4-FFF2-40B4-BE49-F238E27FC236}">
                <a16:creationId xmlns:a16="http://schemas.microsoft.com/office/drawing/2014/main" id="{4E90767F-B8AF-4D50-8A4E-7B89948776A7}"/>
              </a:ext>
            </a:extLst>
          </p:cNvPr>
          <p:cNvSpPr>
            <a:spLocks noGrp="1"/>
          </p:cNvSpPr>
          <p:nvPr/>
        </p:nvSpPr>
        <p:spPr>
          <a:xfrm>
            <a:off x="8239125" y="67532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12" name="E1 PE 15,0">
            <a:extLst>
              <a:ext uri="{FF2B5EF4-FFF2-40B4-BE49-F238E27FC236}">
                <a16:creationId xmlns:a16="http://schemas.microsoft.com/office/drawing/2014/main" id="{05F81D01-10CB-46EA-8DD2-1ADAFA8AB587}"/>
              </a:ext>
            </a:extLst>
          </p:cNvPr>
          <p:cNvSpPr>
            <a:spLocks noGrp="1"/>
          </p:cNvSpPr>
          <p:nvPr/>
        </p:nvSpPr>
        <p:spPr>
          <a:xfrm>
            <a:off x="59531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13" name="E1 PE 15,1">
            <a:extLst>
              <a:ext uri="{FF2B5EF4-FFF2-40B4-BE49-F238E27FC236}">
                <a16:creationId xmlns:a16="http://schemas.microsoft.com/office/drawing/2014/main" id="{0D434086-2848-4753-8ADB-2BDCEDE978A2}"/>
              </a:ext>
            </a:extLst>
          </p:cNvPr>
          <p:cNvSpPr>
            <a:spLocks noGrp="1"/>
          </p:cNvSpPr>
          <p:nvPr/>
        </p:nvSpPr>
        <p:spPr>
          <a:xfrm>
            <a:off x="61055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14" name="E1 PE 15,2">
            <a:extLst>
              <a:ext uri="{FF2B5EF4-FFF2-40B4-BE49-F238E27FC236}">
                <a16:creationId xmlns:a16="http://schemas.microsoft.com/office/drawing/2014/main" id="{A063E63F-4DA9-4335-869E-41302BBD5DC2}"/>
              </a:ext>
            </a:extLst>
          </p:cNvPr>
          <p:cNvSpPr>
            <a:spLocks noGrp="1"/>
          </p:cNvSpPr>
          <p:nvPr/>
        </p:nvSpPr>
        <p:spPr>
          <a:xfrm>
            <a:off x="62579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15" name="E1 PE 15,3">
            <a:extLst>
              <a:ext uri="{FF2B5EF4-FFF2-40B4-BE49-F238E27FC236}">
                <a16:creationId xmlns:a16="http://schemas.microsoft.com/office/drawing/2014/main" id="{A1747E72-C18B-497B-9B61-F486E06EC3D6}"/>
              </a:ext>
            </a:extLst>
          </p:cNvPr>
          <p:cNvSpPr>
            <a:spLocks noGrp="1"/>
          </p:cNvSpPr>
          <p:nvPr/>
        </p:nvSpPr>
        <p:spPr>
          <a:xfrm>
            <a:off x="64103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16" name="E1 PE 15,4">
            <a:extLst>
              <a:ext uri="{FF2B5EF4-FFF2-40B4-BE49-F238E27FC236}">
                <a16:creationId xmlns:a16="http://schemas.microsoft.com/office/drawing/2014/main" id="{AD7A9A9E-183F-4BF4-A811-42AE2916BDAD}"/>
              </a:ext>
            </a:extLst>
          </p:cNvPr>
          <p:cNvSpPr>
            <a:spLocks noGrp="1"/>
          </p:cNvSpPr>
          <p:nvPr/>
        </p:nvSpPr>
        <p:spPr>
          <a:xfrm>
            <a:off x="65627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17" name="E1 PE 15,5">
            <a:extLst>
              <a:ext uri="{FF2B5EF4-FFF2-40B4-BE49-F238E27FC236}">
                <a16:creationId xmlns:a16="http://schemas.microsoft.com/office/drawing/2014/main" id="{9D1B3B95-2F31-473A-A057-368A3BD4C97F}"/>
              </a:ext>
            </a:extLst>
          </p:cNvPr>
          <p:cNvSpPr>
            <a:spLocks noGrp="1"/>
          </p:cNvSpPr>
          <p:nvPr/>
        </p:nvSpPr>
        <p:spPr>
          <a:xfrm>
            <a:off x="67151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18" name="E1 PE 15,6">
            <a:extLst>
              <a:ext uri="{FF2B5EF4-FFF2-40B4-BE49-F238E27FC236}">
                <a16:creationId xmlns:a16="http://schemas.microsoft.com/office/drawing/2014/main" id="{F6EB7A9A-560A-4B38-AD56-69D2BE54DAAD}"/>
              </a:ext>
            </a:extLst>
          </p:cNvPr>
          <p:cNvSpPr>
            <a:spLocks noGrp="1"/>
          </p:cNvSpPr>
          <p:nvPr/>
        </p:nvSpPr>
        <p:spPr>
          <a:xfrm>
            <a:off x="68675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19" name="E1 PE 15,7">
            <a:extLst>
              <a:ext uri="{FF2B5EF4-FFF2-40B4-BE49-F238E27FC236}">
                <a16:creationId xmlns:a16="http://schemas.microsoft.com/office/drawing/2014/main" id="{4C0A3061-03EA-408B-9D72-F19ED8109826}"/>
              </a:ext>
            </a:extLst>
          </p:cNvPr>
          <p:cNvSpPr>
            <a:spLocks noGrp="1"/>
          </p:cNvSpPr>
          <p:nvPr/>
        </p:nvSpPr>
        <p:spPr>
          <a:xfrm>
            <a:off x="70199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20" name="E1 PE 15,8">
            <a:extLst>
              <a:ext uri="{FF2B5EF4-FFF2-40B4-BE49-F238E27FC236}">
                <a16:creationId xmlns:a16="http://schemas.microsoft.com/office/drawing/2014/main" id="{02E7265F-3FF3-4D48-9D4C-A457840D71E6}"/>
              </a:ext>
            </a:extLst>
          </p:cNvPr>
          <p:cNvSpPr>
            <a:spLocks noGrp="1"/>
          </p:cNvSpPr>
          <p:nvPr/>
        </p:nvSpPr>
        <p:spPr>
          <a:xfrm>
            <a:off x="71723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21" name="E1 PE 15,9">
            <a:extLst>
              <a:ext uri="{FF2B5EF4-FFF2-40B4-BE49-F238E27FC236}">
                <a16:creationId xmlns:a16="http://schemas.microsoft.com/office/drawing/2014/main" id="{0C94913F-D2BE-49DE-8B86-A562159489C7}"/>
              </a:ext>
            </a:extLst>
          </p:cNvPr>
          <p:cNvSpPr>
            <a:spLocks noGrp="1"/>
          </p:cNvSpPr>
          <p:nvPr/>
        </p:nvSpPr>
        <p:spPr>
          <a:xfrm>
            <a:off x="73247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22" name="E1 PE 15,10">
            <a:extLst>
              <a:ext uri="{FF2B5EF4-FFF2-40B4-BE49-F238E27FC236}">
                <a16:creationId xmlns:a16="http://schemas.microsoft.com/office/drawing/2014/main" id="{E91F358B-2EF3-4999-84F9-5BE00A1CAA54}"/>
              </a:ext>
            </a:extLst>
          </p:cNvPr>
          <p:cNvSpPr>
            <a:spLocks noGrp="1"/>
          </p:cNvSpPr>
          <p:nvPr/>
        </p:nvSpPr>
        <p:spPr>
          <a:xfrm>
            <a:off x="74771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23" name="E1 PE 15,11">
            <a:extLst>
              <a:ext uri="{FF2B5EF4-FFF2-40B4-BE49-F238E27FC236}">
                <a16:creationId xmlns:a16="http://schemas.microsoft.com/office/drawing/2014/main" id="{E92E2247-4D95-4392-9F4B-8E82096F0F1E}"/>
              </a:ext>
            </a:extLst>
          </p:cNvPr>
          <p:cNvSpPr>
            <a:spLocks noGrp="1"/>
          </p:cNvSpPr>
          <p:nvPr/>
        </p:nvSpPr>
        <p:spPr>
          <a:xfrm>
            <a:off x="76295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24" name="E1 PE 15,12">
            <a:extLst>
              <a:ext uri="{FF2B5EF4-FFF2-40B4-BE49-F238E27FC236}">
                <a16:creationId xmlns:a16="http://schemas.microsoft.com/office/drawing/2014/main" id="{FB84375C-77A5-42F3-9AE8-2B959D5B9F30}"/>
              </a:ext>
            </a:extLst>
          </p:cNvPr>
          <p:cNvSpPr>
            <a:spLocks noGrp="1"/>
          </p:cNvSpPr>
          <p:nvPr/>
        </p:nvSpPr>
        <p:spPr>
          <a:xfrm>
            <a:off x="77819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25" name="E1 PE 15,13">
            <a:extLst>
              <a:ext uri="{FF2B5EF4-FFF2-40B4-BE49-F238E27FC236}">
                <a16:creationId xmlns:a16="http://schemas.microsoft.com/office/drawing/2014/main" id="{95F890A5-8661-4DF3-9298-577BA11A4DDE}"/>
              </a:ext>
            </a:extLst>
          </p:cNvPr>
          <p:cNvSpPr>
            <a:spLocks noGrp="1"/>
          </p:cNvSpPr>
          <p:nvPr/>
        </p:nvSpPr>
        <p:spPr>
          <a:xfrm>
            <a:off x="79343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26" name="E1 PE 15,14">
            <a:extLst>
              <a:ext uri="{FF2B5EF4-FFF2-40B4-BE49-F238E27FC236}">
                <a16:creationId xmlns:a16="http://schemas.microsoft.com/office/drawing/2014/main" id="{3F34E5FD-F78A-4710-92E1-08019A811B1A}"/>
              </a:ext>
            </a:extLst>
          </p:cNvPr>
          <p:cNvSpPr>
            <a:spLocks noGrp="1"/>
          </p:cNvSpPr>
          <p:nvPr/>
        </p:nvSpPr>
        <p:spPr>
          <a:xfrm>
            <a:off x="80867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27" name="E1 PE 15,15">
            <a:extLst>
              <a:ext uri="{FF2B5EF4-FFF2-40B4-BE49-F238E27FC236}">
                <a16:creationId xmlns:a16="http://schemas.microsoft.com/office/drawing/2014/main" id="{FDD1E255-00BD-480D-94B0-4D0F1310F639}"/>
              </a:ext>
            </a:extLst>
          </p:cNvPr>
          <p:cNvSpPr>
            <a:spLocks noGrp="1"/>
          </p:cNvSpPr>
          <p:nvPr/>
        </p:nvSpPr>
        <p:spPr>
          <a:xfrm>
            <a:off x="8239125" y="6905625"/>
            <a:ext cx="138113" cy="138113"/>
          </a:xfrm>
          <a:prstGeom prst="rect">
            <a:avLst/>
          </a:prstGeom>
          <a:solidFill>
            <a:srgbClr val="E7F3F8"/>
          </a:solidFill>
          <a:ln w="4763">
            <a:solidFill>
              <a:srgbClr val="91B9D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28" name="Project text 17">
            <a:extLst>
              <a:ext uri="{FF2B5EF4-FFF2-40B4-BE49-F238E27FC236}">
                <a16:creationId xmlns:a16="http://schemas.microsoft.com/office/drawing/2014/main" id="{49466C16-B0C5-466B-BC9E-446966F04E47}"/>
              </a:ext>
            </a:extLst>
          </p:cNvPr>
          <p:cNvSpPr>
            <a:spLocks noGrp="1"/>
          </p:cNvSpPr>
          <p:nvPr/>
        </p:nvSpPr>
        <p:spPr>
          <a:xfrm>
            <a:off x="5429250" y="7286625"/>
            <a:ext cx="3476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325" b="1">
                <a:solidFill>
                  <a:srgbClr val="124E8C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24E8C"/>
                </a:solidFill>
                <a:latin typeface="Calibri"/>
                <a:ea typeface="Calibri"/>
                <a:cs typeface="Calibri"/>
              </a:rPr>
              <a:t>16 x 16 processing elements</a:t>
            </a:r>
          </a:p>
        </p:txBody>
      </p:sp>
      <p:sp>
        <p:nvSpPr>
          <p:cNvPr id="529" name="Project text 18">
            <a:extLst>
              <a:ext uri="{FF2B5EF4-FFF2-40B4-BE49-F238E27FC236}">
                <a16:creationId xmlns:a16="http://schemas.microsoft.com/office/drawing/2014/main" id="{7A88BB98-3310-48BF-BB87-DDCD8799EC0A}"/>
              </a:ext>
            </a:extLst>
          </p:cNvPr>
          <p:cNvSpPr>
            <a:spLocks noGrp="1"/>
          </p:cNvSpPr>
          <p:nvPr/>
        </p:nvSpPr>
        <p:spPr>
          <a:xfrm>
            <a:off x="5429250" y="7810500"/>
            <a:ext cx="3476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0">
                <a:solidFill>
                  <a:srgbClr val="21374B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1374B"/>
                </a:solidFill>
                <a:latin typeface="Calibri"/>
                <a:ea typeface="Calibri"/>
                <a:cs typeface="Calibri"/>
              </a:rPr>
              <a:t>110 DSP + 146 LUT MACs</a:t>
            </a:r>
          </a:p>
        </p:txBody>
      </p:sp>
      <p:sp>
        <p:nvSpPr>
          <p:cNvPr id="530" name="Project text 19">
            <a:extLst>
              <a:ext uri="{FF2B5EF4-FFF2-40B4-BE49-F238E27FC236}">
                <a16:creationId xmlns:a16="http://schemas.microsoft.com/office/drawing/2014/main" id="{E1F098C4-FFDA-4E19-BB36-5672EC13E3D9}"/>
              </a:ext>
            </a:extLst>
          </p:cNvPr>
          <p:cNvSpPr>
            <a:spLocks noGrp="1"/>
          </p:cNvSpPr>
          <p:nvPr/>
        </p:nvSpPr>
        <p:spPr>
          <a:xfrm>
            <a:off x="10096500" y="4000500"/>
            <a:ext cx="6191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124E8C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24E8C"/>
                </a:solidFill>
                <a:latin typeface="Calibri"/>
                <a:ea typeface="Calibri"/>
                <a:cs typeface="Calibri"/>
              </a:rPr>
              <a:t>Arithmetic</a:t>
            </a:r>
          </a:p>
        </p:txBody>
      </p:sp>
      <p:sp>
        <p:nvSpPr>
          <p:cNvPr id="531" name="Project text 20">
            <a:extLst>
              <a:ext uri="{FF2B5EF4-FFF2-40B4-BE49-F238E27FC236}">
                <a16:creationId xmlns:a16="http://schemas.microsoft.com/office/drawing/2014/main" id="{BAC968E1-8B5D-4E30-B9AB-CFEBB8E8AD9F}"/>
              </a:ext>
            </a:extLst>
          </p:cNvPr>
          <p:cNvSpPr>
            <a:spLocks noGrp="1"/>
          </p:cNvSpPr>
          <p:nvPr/>
        </p:nvSpPr>
        <p:spPr>
          <a:xfrm>
            <a:off x="10096500" y="4543425"/>
            <a:ext cx="6191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625" b="0">
                <a:solidFill>
                  <a:srgbClr val="21374B"/>
                </a:solidFill>
                <a:latin typeface="Calibri"/>
                <a:ea typeface="Calibri"/>
                <a:cs typeface="Calibri"/>
              </a:defRPr>
            </a:pPr>
            <a:r>
              <a:rPr sz="2625" b="0">
                <a:solidFill>
                  <a:srgbClr val="21374B"/>
                </a:solidFill>
                <a:latin typeface="Calibri"/>
                <a:ea typeface="Calibri"/>
                <a:cs typeface="Calibri"/>
              </a:rPr>
              <a:t>Signed INT8 inputs; 20-bit tile accumulators; sign-extended INT32 output.</a:t>
            </a:r>
          </a:p>
        </p:txBody>
      </p:sp>
      <p:sp>
        <p:nvSpPr>
          <p:cNvPr id="532" name="Project text 21">
            <a:extLst>
              <a:ext uri="{FF2B5EF4-FFF2-40B4-BE49-F238E27FC236}">
                <a16:creationId xmlns:a16="http://schemas.microsoft.com/office/drawing/2014/main" id="{219981EF-7171-4C5F-A6B6-C4892276CED2}"/>
              </a:ext>
            </a:extLst>
          </p:cNvPr>
          <p:cNvSpPr>
            <a:spLocks noGrp="1"/>
          </p:cNvSpPr>
          <p:nvPr/>
        </p:nvSpPr>
        <p:spPr>
          <a:xfrm>
            <a:off x="10096500" y="5857875"/>
            <a:ext cx="6191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124E8C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24E8C"/>
                </a:solidFill>
                <a:latin typeface="Calibri"/>
                <a:ea typeface="Calibri"/>
                <a:cs typeface="Calibri"/>
              </a:rPr>
              <a:t>Adaptive execution</a:t>
            </a:r>
          </a:p>
        </p:txBody>
      </p:sp>
      <p:sp>
        <p:nvSpPr>
          <p:cNvPr id="533" name="Project text 22">
            <a:extLst>
              <a:ext uri="{FF2B5EF4-FFF2-40B4-BE49-F238E27FC236}">
                <a16:creationId xmlns:a16="http://schemas.microsoft.com/office/drawing/2014/main" id="{4FFFDCD5-43F6-4D1A-8C9B-FD20D725FE62}"/>
              </a:ext>
            </a:extLst>
          </p:cNvPr>
          <p:cNvSpPr>
            <a:spLocks noGrp="1"/>
          </p:cNvSpPr>
          <p:nvPr/>
        </p:nvSpPr>
        <p:spPr>
          <a:xfrm>
            <a:off x="10096500" y="6419850"/>
            <a:ext cx="61912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625" b="0">
                <a:solidFill>
                  <a:srgbClr val="21374B"/>
                </a:solidFill>
                <a:latin typeface="Calibri"/>
                <a:ea typeface="Calibri"/>
                <a:cs typeface="Calibri"/>
              </a:defRPr>
            </a:pPr>
            <a:r>
              <a:rPr sz="2625" b="0">
                <a:solidFill>
                  <a:srgbClr val="21374B"/>
                </a:solidFill>
                <a:latin typeface="Calibri"/>
                <a:ea typeface="Calibri"/>
                <a:cs typeface="Calibri"/>
              </a:rPr>
              <a:t>M / K / N up to 16 per tile. Active masks and zero padding handle tails; Python tiles larger matrices.</a:t>
            </a:r>
          </a:p>
        </p:txBody>
      </p:sp>
      <p:sp>
        <p:nvSpPr>
          <p:cNvPr id="534" name="Project text 23">
            <a:extLst>
              <a:ext uri="{FF2B5EF4-FFF2-40B4-BE49-F238E27FC236}">
                <a16:creationId xmlns:a16="http://schemas.microsoft.com/office/drawing/2014/main" id="{9EFEA425-CFCF-4F7A-864E-C1CAB6D09139}"/>
              </a:ext>
            </a:extLst>
          </p:cNvPr>
          <p:cNvSpPr>
            <a:spLocks noGrp="1"/>
          </p:cNvSpPr>
          <p:nvPr/>
        </p:nvSpPr>
        <p:spPr>
          <a:xfrm>
            <a:off x="10096500" y="7867650"/>
            <a:ext cx="6191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124E8C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24E8C"/>
                </a:solidFill>
                <a:latin typeface="Calibri"/>
                <a:ea typeface="Calibri"/>
                <a:cs typeface="Calibri"/>
              </a:rPr>
              <a:t>Shared data path</a:t>
            </a:r>
          </a:p>
        </p:txBody>
      </p:sp>
      <p:sp>
        <p:nvSpPr>
          <p:cNvPr id="535" name="Project text 24">
            <a:extLst>
              <a:ext uri="{FF2B5EF4-FFF2-40B4-BE49-F238E27FC236}">
                <a16:creationId xmlns:a16="http://schemas.microsoft.com/office/drawing/2014/main" id="{BF742E56-1DA6-480D-A0EF-3F4DD477B364}"/>
              </a:ext>
            </a:extLst>
          </p:cNvPr>
          <p:cNvSpPr>
            <a:spLocks noGrp="1"/>
          </p:cNvSpPr>
          <p:nvPr/>
        </p:nvSpPr>
        <p:spPr>
          <a:xfrm>
            <a:off x="10096500" y="8410575"/>
            <a:ext cx="61912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0">
                <a:solidFill>
                  <a:srgbClr val="21374B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1374B"/>
                </a:solidFill>
                <a:latin typeface="Calibri"/>
                <a:ea typeface="Calibri"/>
                <a:cs typeface="Calibri"/>
              </a:rPr>
              <a:t>One AXI DMA; ping-pong true dual-port BRAM feeds both engines.</a:t>
            </a: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794270D3-E3A8-12B6-211F-7E76E8D7846B}"/>
              </a:ext>
            </a:extLst>
          </p:cNvPr>
          <p:cNvSpPr>
            <a:spLocks noGrp="1"/>
          </p:cNvSpPr>
          <p:nvPr/>
        </p:nvSpPr>
        <p:spPr>
          <a:xfrm>
            <a:off x="12494" y="0"/>
            <a:ext cx="1494485" cy="1741456"/>
          </a:xfrm>
          <a:custGeom>
            <a:avLst/>
            <a:gdLst/>
            <a:ahLst/>
            <a:cxnLst/>
            <a:rect l="l" t="t" r="r" b="b"/>
            <a:pathLst>
              <a:path w="1494485" h="1741456">
                <a:moveTo>
                  <a:pt x="0" y="0"/>
                </a:moveTo>
                <a:lnTo>
                  <a:pt x="1494486" y="0"/>
                </a:lnTo>
                <a:lnTo>
                  <a:pt x="1494486" y="1741455"/>
                </a:lnTo>
                <a:lnTo>
                  <a:pt x="0" y="17414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38" name="Freeform 6">
            <a:extLst>
              <a:ext uri="{FF2B5EF4-FFF2-40B4-BE49-F238E27FC236}">
                <a16:creationId xmlns:a16="http://schemas.microsoft.com/office/drawing/2014/main" id="{9634F30D-4568-F1FC-C526-EC98017F718C}"/>
              </a:ext>
            </a:extLst>
          </p:cNvPr>
          <p:cNvSpPr>
            <a:spLocks noGrp="1"/>
          </p:cNvSpPr>
          <p:nvPr/>
        </p:nvSpPr>
        <p:spPr>
          <a:xfrm>
            <a:off x="16707167" y="8545544"/>
            <a:ext cx="1494485" cy="1741456"/>
          </a:xfrm>
          <a:custGeom>
            <a:avLst/>
            <a:gdLst/>
            <a:ahLst/>
            <a:cxnLst/>
            <a:rect l="l" t="t" r="r" b="b"/>
            <a:pathLst>
              <a:path w="1494485" h="1741456">
                <a:moveTo>
                  <a:pt x="0" y="0"/>
                </a:moveTo>
                <a:lnTo>
                  <a:pt x="1494485" y="0"/>
                </a:lnTo>
                <a:lnTo>
                  <a:pt x="1494485" y="1741456"/>
                </a:lnTo>
                <a:lnTo>
                  <a:pt x="0" y="1741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047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4CA520-AF57-C1A6-80B1-03F427706248}"/>
              </a:ext>
            </a:extLst>
          </p:cNvPr>
          <p:cNvSpPr txBox="1"/>
          <p:nvPr/>
        </p:nvSpPr>
        <p:spPr>
          <a:xfrm>
            <a:off x="1570030" y="1032220"/>
            <a:ext cx="124000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5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</a:rPr>
              <a:t>System Architecture &amp; Workflow</a:t>
            </a:r>
            <a:endParaRPr lang="en-IN" sz="4500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3F354E53-5E3D-366D-B8BA-BBFD4BE903BF}"/>
              </a:ext>
            </a:extLst>
          </p:cNvPr>
          <p:cNvSpPr>
            <a:spLocks noGrp="1"/>
          </p:cNvSpPr>
          <p:nvPr/>
        </p:nvSpPr>
        <p:spPr>
          <a:xfrm flipH="1">
            <a:off x="0" y="0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BE969A8-A0FE-BE1E-3F54-5B1BCE350AF5}"/>
              </a:ext>
            </a:extLst>
          </p:cNvPr>
          <p:cNvSpPr>
            <a:spLocks noGrp="1"/>
          </p:cNvSpPr>
          <p:nvPr/>
        </p:nvSpPr>
        <p:spPr>
          <a:xfrm rot="10800000">
            <a:off x="16121194" y="-906849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>
                <a:moveTo>
                  <a:pt x="0" y="0"/>
                </a:moveTo>
                <a:lnTo>
                  <a:pt x="2446265" y="0"/>
                </a:lnTo>
                <a:lnTo>
                  <a:pt x="2446265" y="2406235"/>
                </a:lnTo>
                <a:lnTo>
                  <a:pt x="0" y="24062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78CB6F8-6429-EBE8-2BD8-A90D48FCC49B}"/>
              </a:ext>
            </a:extLst>
          </p:cNvPr>
          <p:cNvSpPr>
            <a:spLocks noGrp="1"/>
          </p:cNvSpPr>
          <p:nvPr/>
        </p:nvSpPr>
        <p:spPr>
          <a:xfrm>
            <a:off x="14334435" y="182355"/>
            <a:ext cx="3953565" cy="1317031"/>
          </a:xfrm>
          <a:custGeom>
            <a:avLst/>
            <a:gdLst/>
            <a:ahLst/>
            <a:cxnLst/>
            <a:rect l="l" t="t" r="r" b="b"/>
            <a:pathLst>
              <a:path w="3953565" h="1317031">
                <a:moveTo>
                  <a:pt x="0" y="0"/>
                </a:moveTo>
                <a:lnTo>
                  <a:pt x="3953565" y="0"/>
                </a:lnTo>
                <a:lnTo>
                  <a:pt x="3953565" y="1317031"/>
                </a:lnTo>
                <a:lnTo>
                  <a:pt x="0" y="13170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71C0455-F74F-856E-968D-40A5C69971C5}"/>
              </a:ext>
            </a:extLst>
          </p:cNvPr>
          <p:cNvSpPr>
            <a:spLocks noGrp="1"/>
          </p:cNvSpPr>
          <p:nvPr/>
        </p:nvSpPr>
        <p:spPr>
          <a:xfrm rot="10800000" flipV="1">
            <a:off x="-194432" y="8824522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>
                <a:moveTo>
                  <a:pt x="0" y="2406235"/>
                </a:moveTo>
                <a:lnTo>
                  <a:pt x="2446264" y="2406235"/>
                </a:lnTo>
                <a:lnTo>
                  <a:pt x="2446264" y="0"/>
                </a:lnTo>
                <a:lnTo>
                  <a:pt x="0" y="0"/>
                </a:lnTo>
                <a:lnTo>
                  <a:pt x="0" y="240623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44AD5F76-A894-21C9-13D5-6772AE269834}"/>
              </a:ext>
            </a:extLst>
          </p:cNvPr>
          <p:cNvSpPr>
            <a:spLocks noGrp="1"/>
          </p:cNvSpPr>
          <p:nvPr/>
        </p:nvSpPr>
        <p:spPr>
          <a:xfrm>
            <a:off x="16672523" y="8255464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0" y="0"/>
                </a:moveTo>
                <a:lnTo>
                  <a:pt x="1615477" y="0"/>
                </a:lnTo>
                <a:lnTo>
                  <a:pt x="1615477" y="2005672"/>
                </a:lnTo>
                <a:lnTo>
                  <a:pt x="0" y="20056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0644B3-96C0-82E8-4AE1-C2048764CCF0}"/>
              </a:ext>
            </a:extLst>
          </p:cNvPr>
          <p:cNvSpPr txBox="1"/>
          <p:nvPr/>
        </p:nvSpPr>
        <p:spPr>
          <a:xfrm>
            <a:off x="1615477" y="1786700"/>
            <a:ext cx="103897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16 x 16 engines  |  512 MAC PEs  |  each engine = 110 DSP48E1 + 146 LUT PEs  |  100 MHz</a:t>
            </a:r>
            <a:endParaRPr lang="en-US" sz="2000" dirty="0"/>
          </a:p>
        </p:txBody>
      </p:sp>
      <p:sp>
        <p:nvSpPr>
          <p:cNvPr id="41" name="Sys Text 14">
            <a:extLst>
              <a:ext uri="{FF2B5EF4-FFF2-40B4-BE49-F238E27FC236}">
                <a16:creationId xmlns:a16="http://schemas.microsoft.com/office/drawing/2014/main" id="{A9C8EBED-56C0-07DF-B4DE-2D937981F323}"/>
              </a:ext>
            </a:extLst>
          </p:cNvPr>
          <p:cNvSpPr txBox="1"/>
          <p:nvPr/>
        </p:nvSpPr>
        <p:spPr>
          <a:xfrm>
            <a:off x="1728500" y="2558255"/>
            <a:ext cx="228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B6B7D"/>
                </a:solidFill>
                <a:latin typeface="+mj-lt"/>
                <a:ea typeface="Calibri" pitchFamily="34" charset="-122"/>
                <a:cs typeface="Calibri" pitchFamily="34" charset="-120"/>
              </a:rPr>
              <a:t>WORKFLOW</a:t>
            </a:r>
            <a:endParaRPr lang="en-US" sz="1600" b="1" dirty="0">
              <a:latin typeface="+mj-lt"/>
            </a:endParaRPr>
          </a:p>
        </p:txBody>
      </p:sp>
      <p:sp>
        <p:nvSpPr>
          <p:cNvPr id="43" name="Sys Shape 15">
            <a:extLst>
              <a:ext uri="{FF2B5EF4-FFF2-40B4-BE49-F238E27FC236}">
                <a16:creationId xmlns:a16="http://schemas.microsoft.com/office/drawing/2014/main" id="{513893B5-8484-B56A-F03E-CBD2DB3A2055}"/>
              </a:ext>
            </a:extLst>
          </p:cNvPr>
          <p:cNvSpPr/>
          <p:nvPr/>
        </p:nvSpPr>
        <p:spPr>
          <a:xfrm>
            <a:off x="2300000" y="2902900"/>
            <a:ext cx="1245870" cy="12001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843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45" name="Sys Shape 16">
            <a:extLst>
              <a:ext uri="{FF2B5EF4-FFF2-40B4-BE49-F238E27FC236}">
                <a16:creationId xmlns:a16="http://schemas.microsoft.com/office/drawing/2014/main" id="{021BF1E4-1101-D353-11CC-5F1AECE805CF}"/>
              </a:ext>
            </a:extLst>
          </p:cNvPr>
          <p:cNvSpPr/>
          <p:nvPr/>
        </p:nvSpPr>
        <p:spPr>
          <a:xfrm>
            <a:off x="2368580" y="2971480"/>
            <a:ext cx="251460" cy="251460"/>
          </a:xfrm>
          <a:prstGeom prst="ellipse">
            <a:avLst/>
          </a:prstGeom>
          <a:solidFill>
            <a:srgbClr val="2F6DB5"/>
          </a:solidFill>
          <a:ln w="15875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47" name="Sys Text 17">
            <a:extLst>
              <a:ext uri="{FF2B5EF4-FFF2-40B4-BE49-F238E27FC236}">
                <a16:creationId xmlns:a16="http://schemas.microsoft.com/office/drawing/2014/main" id="{2803719D-EE71-917D-C650-17877360478F}"/>
              </a:ext>
            </a:extLst>
          </p:cNvPr>
          <p:cNvSpPr txBox="1"/>
          <p:nvPr/>
        </p:nvSpPr>
        <p:spPr>
          <a:xfrm>
            <a:off x="2368580" y="2971480"/>
            <a:ext cx="2514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9" name="Sys Text 18">
            <a:extLst>
              <a:ext uri="{FF2B5EF4-FFF2-40B4-BE49-F238E27FC236}">
                <a16:creationId xmlns:a16="http://schemas.microsoft.com/office/drawing/2014/main" id="{E998281E-3B6A-188D-7309-4B931DB22695}"/>
              </a:ext>
            </a:extLst>
          </p:cNvPr>
          <p:cNvSpPr txBox="1"/>
          <p:nvPr/>
        </p:nvSpPr>
        <p:spPr>
          <a:xfrm>
            <a:off x="2345720" y="3234370"/>
            <a:ext cx="11544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CNN layer</a:t>
            </a:r>
            <a:endParaRPr lang="en-US" sz="1500" dirty="0"/>
          </a:p>
        </p:txBody>
      </p:sp>
      <p:sp>
        <p:nvSpPr>
          <p:cNvPr id="51" name="Sys Text 19">
            <a:extLst>
              <a:ext uri="{FF2B5EF4-FFF2-40B4-BE49-F238E27FC236}">
                <a16:creationId xmlns:a16="http://schemas.microsoft.com/office/drawing/2014/main" id="{D02BA7DA-00C8-C5E4-3FE3-0C728874A174}"/>
              </a:ext>
            </a:extLst>
          </p:cNvPr>
          <p:cNvSpPr txBox="1"/>
          <p:nvPr/>
        </p:nvSpPr>
        <p:spPr>
          <a:xfrm>
            <a:off x="2357150" y="3588700"/>
            <a:ext cx="11315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feature map, weights</a:t>
            </a:r>
            <a:endParaRPr lang="en-US" sz="1500" dirty="0"/>
          </a:p>
        </p:txBody>
      </p:sp>
      <p:sp>
        <p:nvSpPr>
          <p:cNvPr id="53" name="Sys Shape 20">
            <a:extLst>
              <a:ext uri="{FF2B5EF4-FFF2-40B4-BE49-F238E27FC236}">
                <a16:creationId xmlns:a16="http://schemas.microsoft.com/office/drawing/2014/main" id="{00F8D5F7-D924-3466-47E8-8418DA8AE78B}"/>
              </a:ext>
            </a:extLst>
          </p:cNvPr>
          <p:cNvSpPr/>
          <p:nvPr/>
        </p:nvSpPr>
        <p:spPr>
          <a:xfrm>
            <a:off x="3557300" y="3502975"/>
            <a:ext cx="182880" cy="0"/>
          </a:xfrm>
          <a:prstGeom prst="line">
            <a:avLst/>
          </a:prstGeom>
          <a:noFill/>
          <a:ln w="23812">
            <a:solidFill>
              <a:srgbClr val="5B6B7D"/>
            </a:solidFill>
            <a:prstDash val="solid"/>
            <a:tailEnd type="triangle"/>
          </a:ln>
        </p:spPr>
        <p:txBody>
          <a:bodyPr/>
          <a:lstStyle/>
          <a:p>
            <a:endParaRPr lang="en-IN" sz="1500"/>
          </a:p>
        </p:txBody>
      </p:sp>
      <p:sp>
        <p:nvSpPr>
          <p:cNvPr id="55" name="Sys Shape 21">
            <a:extLst>
              <a:ext uri="{FF2B5EF4-FFF2-40B4-BE49-F238E27FC236}">
                <a16:creationId xmlns:a16="http://schemas.microsoft.com/office/drawing/2014/main" id="{CC4726E1-3B5A-2ADB-FDF2-07B84F365288}"/>
              </a:ext>
            </a:extLst>
          </p:cNvPr>
          <p:cNvSpPr/>
          <p:nvPr/>
        </p:nvSpPr>
        <p:spPr>
          <a:xfrm>
            <a:off x="3751610" y="2902900"/>
            <a:ext cx="1245870" cy="1200150"/>
          </a:xfrm>
          <a:prstGeom prst="roundRect">
            <a:avLst>
              <a:gd name="adj" fmla="val 5714"/>
            </a:avLst>
          </a:prstGeom>
          <a:solidFill>
            <a:srgbClr val="E7EEF8"/>
          </a:solidFill>
          <a:ln w="19843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57" name="Sys Shape 22">
            <a:extLst>
              <a:ext uri="{FF2B5EF4-FFF2-40B4-BE49-F238E27FC236}">
                <a16:creationId xmlns:a16="http://schemas.microsoft.com/office/drawing/2014/main" id="{0C1CFBB7-12B1-E6AF-532E-CEA21C039525}"/>
              </a:ext>
            </a:extLst>
          </p:cNvPr>
          <p:cNvSpPr/>
          <p:nvPr/>
        </p:nvSpPr>
        <p:spPr>
          <a:xfrm>
            <a:off x="3820190" y="2971480"/>
            <a:ext cx="251460" cy="251460"/>
          </a:xfrm>
          <a:prstGeom prst="ellipse">
            <a:avLst/>
          </a:prstGeom>
          <a:solidFill>
            <a:srgbClr val="2F6DB5"/>
          </a:solidFill>
          <a:ln w="15875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59" name="Sys Text 23">
            <a:extLst>
              <a:ext uri="{FF2B5EF4-FFF2-40B4-BE49-F238E27FC236}">
                <a16:creationId xmlns:a16="http://schemas.microsoft.com/office/drawing/2014/main" id="{F1360FBC-C340-9396-4CEA-6B1F6C9BBDBC}"/>
              </a:ext>
            </a:extLst>
          </p:cNvPr>
          <p:cNvSpPr txBox="1"/>
          <p:nvPr/>
        </p:nvSpPr>
        <p:spPr>
          <a:xfrm>
            <a:off x="3820190" y="2971480"/>
            <a:ext cx="2514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1" name="Sys Text 24">
            <a:extLst>
              <a:ext uri="{FF2B5EF4-FFF2-40B4-BE49-F238E27FC236}">
                <a16:creationId xmlns:a16="http://schemas.microsoft.com/office/drawing/2014/main" id="{DD8BE2BD-A8B2-5AC0-573E-F750BACD3E93}"/>
              </a:ext>
            </a:extLst>
          </p:cNvPr>
          <p:cNvSpPr txBox="1"/>
          <p:nvPr/>
        </p:nvSpPr>
        <p:spPr>
          <a:xfrm>
            <a:off x="3797330" y="3158960"/>
            <a:ext cx="11544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/ PYNQ</a:t>
            </a:r>
            <a:endParaRPr lang="en-US" sz="1500" dirty="0"/>
          </a:p>
        </p:txBody>
      </p:sp>
      <p:sp>
        <p:nvSpPr>
          <p:cNvPr id="63" name="Sys Text 25">
            <a:extLst>
              <a:ext uri="{FF2B5EF4-FFF2-40B4-BE49-F238E27FC236}">
                <a16:creationId xmlns:a16="http://schemas.microsoft.com/office/drawing/2014/main" id="{95E06FA4-CF9E-AB5C-D3F3-705E7E0E8C8A}"/>
              </a:ext>
            </a:extLst>
          </p:cNvPr>
          <p:cNvSpPr txBox="1"/>
          <p:nvPr/>
        </p:nvSpPr>
        <p:spPr>
          <a:xfrm>
            <a:off x="3678560" y="3632990"/>
            <a:ext cx="1405890" cy="537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quantize, set M/K/N, tiling</a:t>
            </a:r>
            <a:endParaRPr lang="en-US" sz="1200" dirty="0"/>
          </a:p>
        </p:txBody>
      </p:sp>
      <p:sp>
        <p:nvSpPr>
          <p:cNvPr id="65" name="Sys Shape 26">
            <a:extLst>
              <a:ext uri="{FF2B5EF4-FFF2-40B4-BE49-F238E27FC236}">
                <a16:creationId xmlns:a16="http://schemas.microsoft.com/office/drawing/2014/main" id="{BD6389D5-3682-B37A-2239-0DB82075169F}"/>
              </a:ext>
            </a:extLst>
          </p:cNvPr>
          <p:cNvSpPr/>
          <p:nvPr/>
        </p:nvSpPr>
        <p:spPr>
          <a:xfrm>
            <a:off x="5008910" y="3502975"/>
            <a:ext cx="182880" cy="0"/>
          </a:xfrm>
          <a:prstGeom prst="line">
            <a:avLst/>
          </a:prstGeom>
          <a:noFill/>
          <a:ln w="23812">
            <a:solidFill>
              <a:srgbClr val="5B6B7D"/>
            </a:solidFill>
            <a:prstDash val="solid"/>
            <a:tailEnd type="triangle"/>
          </a:ln>
        </p:spPr>
        <p:txBody>
          <a:bodyPr/>
          <a:lstStyle/>
          <a:p>
            <a:endParaRPr lang="en-IN" sz="1500"/>
          </a:p>
        </p:txBody>
      </p:sp>
      <p:sp>
        <p:nvSpPr>
          <p:cNvPr id="67" name="Sys Shape 27">
            <a:extLst>
              <a:ext uri="{FF2B5EF4-FFF2-40B4-BE49-F238E27FC236}">
                <a16:creationId xmlns:a16="http://schemas.microsoft.com/office/drawing/2014/main" id="{CEA367CC-79B9-70AF-3395-601F43DC0D2A}"/>
              </a:ext>
            </a:extLst>
          </p:cNvPr>
          <p:cNvSpPr/>
          <p:nvPr/>
        </p:nvSpPr>
        <p:spPr>
          <a:xfrm>
            <a:off x="5203220" y="2902900"/>
            <a:ext cx="1245870" cy="1200150"/>
          </a:xfrm>
          <a:prstGeom prst="roundRect">
            <a:avLst>
              <a:gd name="adj" fmla="val 5714"/>
            </a:avLst>
          </a:prstGeom>
          <a:solidFill>
            <a:srgbClr val="E7F2EB"/>
          </a:solidFill>
          <a:ln w="19843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69" name="Sys Shape 28">
            <a:extLst>
              <a:ext uri="{FF2B5EF4-FFF2-40B4-BE49-F238E27FC236}">
                <a16:creationId xmlns:a16="http://schemas.microsoft.com/office/drawing/2014/main" id="{AA4E891A-AFB1-CE29-36F9-10B4071AE676}"/>
              </a:ext>
            </a:extLst>
          </p:cNvPr>
          <p:cNvSpPr/>
          <p:nvPr/>
        </p:nvSpPr>
        <p:spPr>
          <a:xfrm>
            <a:off x="5271800" y="2971480"/>
            <a:ext cx="251460" cy="251460"/>
          </a:xfrm>
          <a:prstGeom prst="ellipse">
            <a:avLst/>
          </a:prstGeom>
          <a:solidFill>
            <a:srgbClr val="3E8E5A"/>
          </a:solidFill>
          <a:ln w="15875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71" name="Sys Text 29">
            <a:extLst>
              <a:ext uri="{FF2B5EF4-FFF2-40B4-BE49-F238E27FC236}">
                <a16:creationId xmlns:a16="http://schemas.microsoft.com/office/drawing/2014/main" id="{4AD1980F-13B0-7D3F-E095-7EB0E52C0ECD}"/>
              </a:ext>
            </a:extLst>
          </p:cNvPr>
          <p:cNvSpPr txBox="1"/>
          <p:nvPr/>
        </p:nvSpPr>
        <p:spPr>
          <a:xfrm>
            <a:off x="5271800" y="2971480"/>
            <a:ext cx="2514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73" name="Sys Text 30">
            <a:extLst>
              <a:ext uri="{FF2B5EF4-FFF2-40B4-BE49-F238E27FC236}">
                <a16:creationId xmlns:a16="http://schemas.microsoft.com/office/drawing/2014/main" id="{B360C156-23AB-34F4-620E-ED6ABDECCDC3}"/>
              </a:ext>
            </a:extLst>
          </p:cNvPr>
          <p:cNvSpPr txBox="1"/>
          <p:nvPr/>
        </p:nvSpPr>
        <p:spPr>
          <a:xfrm>
            <a:off x="5277515" y="3160390"/>
            <a:ext cx="11544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DDR3</a:t>
            </a:r>
            <a:endParaRPr lang="en-US" sz="1500" dirty="0"/>
          </a:p>
        </p:txBody>
      </p:sp>
      <p:sp>
        <p:nvSpPr>
          <p:cNvPr id="75" name="Sys Text 31">
            <a:extLst>
              <a:ext uri="{FF2B5EF4-FFF2-40B4-BE49-F238E27FC236}">
                <a16:creationId xmlns:a16="http://schemas.microsoft.com/office/drawing/2014/main" id="{DAEB2462-0D8D-D5E7-B04C-3F463C7DF534}"/>
              </a:ext>
            </a:extLst>
          </p:cNvPr>
          <p:cNvSpPr txBox="1"/>
          <p:nvPr/>
        </p:nvSpPr>
        <p:spPr>
          <a:xfrm>
            <a:off x="5260370" y="3588700"/>
            <a:ext cx="11315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 input buffers</a:t>
            </a:r>
            <a:endParaRPr lang="en-US" sz="1500" dirty="0"/>
          </a:p>
        </p:txBody>
      </p:sp>
      <p:sp>
        <p:nvSpPr>
          <p:cNvPr id="77" name="Sys Shape 32">
            <a:extLst>
              <a:ext uri="{FF2B5EF4-FFF2-40B4-BE49-F238E27FC236}">
                <a16:creationId xmlns:a16="http://schemas.microsoft.com/office/drawing/2014/main" id="{8CE0C6C2-4490-9F7D-54BB-E883EC54E248}"/>
              </a:ext>
            </a:extLst>
          </p:cNvPr>
          <p:cNvSpPr/>
          <p:nvPr/>
        </p:nvSpPr>
        <p:spPr>
          <a:xfrm>
            <a:off x="6460520" y="3502975"/>
            <a:ext cx="182880" cy="0"/>
          </a:xfrm>
          <a:prstGeom prst="line">
            <a:avLst/>
          </a:prstGeom>
          <a:noFill/>
          <a:ln w="23812">
            <a:solidFill>
              <a:srgbClr val="5B6B7D"/>
            </a:solidFill>
            <a:prstDash val="solid"/>
            <a:tailEnd type="triangle"/>
          </a:ln>
        </p:spPr>
        <p:txBody>
          <a:bodyPr/>
          <a:lstStyle/>
          <a:p>
            <a:endParaRPr lang="en-IN" sz="1500"/>
          </a:p>
        </p:txBody>
      </p:sp>
      <p:sp>
        <p:nvSpPr>
          <p:cNvPr id="79" name="Sys Shape 33">
            <a:extLst>
              <a:ext uri="{FF2B5EF4-FFF2-40B4-BE49-F238E27FC236}">
                <a16:creationId xmlns:a16="http://schemas.microsoft.com/office/drawing/2014/main" id="{2B7C691C-8A7C-1EDD-74C3-FEE026902E10}"/>
              </a:ext>
            </a:extLst>
          </p:cNvPr>
          <p:cNvSpPr/>
          <p:nvPr/>
        </p:nvSpPr>
        <p:spPr>
          <a:xfrm>
            <a:off x="6654830" y="2902900"/>
            <a:ext cx="1245870" cy="12001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843">
            <a:solidFill>
              <a:srgbClr val="12263F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81" name="Sys Shape 34">
            <a:extLst>
              <a:ext uri="{FF2B5EF4-FFF2-40B4-BE49-F238E27FC236}">
                <a16:creationId xmlns:a16="http://schemas.microsoft.com/office/drawing/2014/main" id="{04AC1643-DCC8-976F-E64F-0F3C599628EB}"/>
              </a:ext>
            </a:extLst>
          </p:cNvPr>
          <p:cNvSpPr/>
          <p:nvPr/>
        </p:nvSpPr>
        <p:spPr>
          <a:xfrm>
            <a:off x="6723410" y="2971480"/>
            <a:ext cx="251460" cy="251460"/>
          </a:xfrm>
          <a:prstGeom prst="ellipse">
            <a:avLst/>
          </a:prstGeom>
          <a:solidFill>
            <a:srgbClr val="12263F"/>
          </a:solidFill>
          <a:ln w="15875">
            <a:solidFill>
              <a:srgbClr val="12263F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83" name="Sys Text 35">
            <a:extLst>
              <a:ext uri="{FF2B5EF4-FFF2-40B4-BE49-F238E27FC236}">
                <a16:creationId xmlns:a16="http://schemas.microsoft.com/office/drawing/2014/main" id="{CD2565AE-B3C8-5B11-64B4-0ACF0484F5A8}"/>
              </a:ext>
            </a:extLst>
          </p:cNvPr>
          <p:cNvSpPr txBox="1"/>
          <p:nvPr/>
        </p:nvSpPr>
        <p:spPr>
          <a:xfrm>
            <a:off x="6723410" y="2971480"/>
            <a:ext cx="2514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85" name="Sys Text 36">
            <a:extLst>
              <a:ext uri="{FF2B5EF4-FFF2-40B4-BE49-F238E27FC236}">
                <a16:creationId xmlns:a16="http://schemas.microsoft.com/office/drawing/2014/main" id="{53708D72-BF56-AE18-D956-483ADA3C1BF0}"/>
              </a:ext>
            </a:extLst>
          </p:cNvPr>
          <p:cNvSpPr txBox="1"/>
          <p:nvPr/>
        </p:nvSpPr>
        <p:spPr>
          <a:xfrm>
            <a:off x="6734840" y="3171388"/>
            <a:ext cx="11544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DMA MM2S</a:t>
            </a:r>
            <a:endParaRPr lang="en-US" sz="1500" dirty="0"/>
          </a:p>
        </p:txBody>
      </p:sp>
      <p:sp>
        <p:nvSpPr>
          <p:cNvPr id="87" name="Sys Text 37">
            <a:extLst>
              <a:ext uri="{FF2B5EF4-FFF2-40B4-BE49-F238E27FC236}">
                <a16:creationId xmlns:a16="http://schemas.microsoft.com/office/drawing/2014/main" id="{86EFC66C-7484-D385-6A06-94E19FB0133D}"/>
              </a:ext>
            </a:extLst>
          </p:cNvPr>
          <p:cNvSpPr txBox="1"/>
          <p:nvPr/>
        </p:nvSpPr>
        <p:spPr>
          <a:xfrm>
            <a:off x="6711980" y="3588700"/>
            <a:ext cx="11315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stream, burst 16</a:t>
            </a:r>
            <a:endParaRPr lang="en-US" sz="1500" dirty="0"/>
          </a:p>
        </p:txBody>
      </p:sp>
      <p:sp>
        <p:nvSpPr>
          <p:cNvPr id="89" name="Sys Shape 38">
            <a:extLst>
              <a:ext uri="{FF2B5EF4-FFF2-40B4-BE49-F238E27FC236}">
                <a16:creationId xmlns:a16="http://schemas.microsoft.com/office/drawing/2014/main" id="{2036F681-E0D0-1639-B15D-5A3F504900D4}"/>
              </a:ext>
            </a:extLst>
          </p:cNvPr>
          <p:cNvSpPr/>
          <p:nvPr/>
        </p:nvSpPr>
        <p:spPr>
          <a:xfrm>
            <a:off x="7912130" y="3502975"/>
            <a:ext cx="182880" cy="0"/>
          </a:xfrm>
          <a:prstGeom prst="line">
            <a:avLst/>
          </a:prstGeom>
          <a:noFill/>
          <a:ln w="23812">
            <a:solidFill>
              <a:srgbClr val="5B6B7D"/>
            </a:solidFill>
            <a:prstDash val="solid"/>
            <a:tailEnd type="triangle"/>
          </a:ln>
        </p:spPr>
        <p:txBody>
          <a:bodyPr/>
          <a:lstStyle/>
          <a:p>
            <a:endParaRPr lang="en-IN" sz="1500"/>
          </a:p>
        </p:txBody>
      </p:sp>
      <p:sp>
        <p:nvSpPr>
          <p:cNvPr id="91" name="Sys Shape 39">
            <a:extLst>
              <a:ext uri="{FF2B5EF4-FFF2-40B4-BE49-F238E27FC236}">
                <a16:creationId xmlns:a16="http://schemas.microsoft.com/office/drawing/2014/main" id="{9F4915C7-0C94-2A1D-8A92-531ACC3F85B1}"/>
              </a:ext>
            </a:extLst>
          </p:cNvPr>
          <p:cNvSpPr/>
          <p:nvPr/>
        </p:nvSpPr>
        <p:spPr>
          <a:xfrm>
            <a:off x="8106440" y="2902900"/>
            <a:ext cx="1245870" cy="1200150"/>
          </a:xfrm>
          <a:prstGeom prst="roundRect">
            <a:avLst>
              <a:gd name="adj" fmla="val 5714"/>
            </a:avLst>
          </a:prstGeom>
          <a:solidFill>
            <a:srgbClr val="EEE9F8"/>
          </a:solidFill>
          <a:ln w="19843">
            <a:solidFill>
              <a:srgbClr val="6C4AB6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93" name="Sys Shape 40">
            <a:extLst>
              <a:ext uri="{FF2B5EF4-FFF2-40B4-BE49-F238E27FC236}">
                <a16:creationId xmlns:a16="http://schemas.microsoft.com/office/drawing/2014/main" id="{4BCC76F2-0ED2-A224-996C-C139B7D0716A}"/>
              </a:ext>
            </a:extLst>
          </p:cNvPr>
          <p:cNvSpPr/>
          <p:nvPr/>
        </p:nvSpPr>
        <p:spPr>
          <a:xfrm>
            <a:off x="8175020" y="2971480"/>
            <a:ext cx="251460" cy="251460"/>
          </a:xfrm>
          <a:prstGeom prst="ellipse">
            <a:avLst/>
          </a:prstGeom>
          <a:solidFill>
            <a:srgbClr val="6C4AB6"/>
          </a:solidFill>
          <a:ln w="15875">
            <a:solidFill>
              <a:srgbClr val="6C4AB6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95" name="Sys Text 41">
            <a:extLst>
              <a:ext uri="{FF2B5EF4-FFF2-40B4-BE49-F238E27FC236}">
                <a16:creationId xmlns:a16="http://schemas.microsoft.com/office/drawing/2014/main" id="{07934254-CE17-81CF-6EC1-0D700E771238}"/>
              </a:ext>
            </a:extLst>
          </p:cNvPr>
          <p:cNvSpPr txBox="1"/>
          <p:nvPr/>
        </p:nvSpPr>
        <p:spPr>
          <a:xfrm>
            <a:off x="8175020" y="2971480"/>
            <a:ext cx="2514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97" name="Sys Text 42">
            <a:extLst>
              <a:ext uri="{FF2B5EF4-FFF2-40B4-BE49-F238E27FC236}">
                <a16:creationId xmlns:a16="http://schemas.microsoft.com/office/drawing/2014/main" id="{3DF78874-B7B3-2582-79EF-1FF040CA3595}"/>
              </a:ext>
            </a:extLst>
          </p:cNvPr>
          <p:cNvSpPr txBox="1"/>
          <p:nvPr/>
        </p:nvSpPr>
        <p:spPr>
          <a:xfrm>
            <a:off x="8152160" y="3170633"/>
            <a:ext cx="11544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</a:t>
            </a:r>
            <a:endParaRPr lang="en-US" sz="1500" dirty="0"/>
          </a:p>
        </p:txBody>
      </p:sp>
      <p:sp>
        <p:nvSpPr>
          <p:cNvPr id="99" name="Sys Text 43">
            <a:extLst>
              <a:ext uri="{FF2B5EF4-FFF2-40B4-BE49-F238E27FC236}">
                <a16:creationId xmlns:a16="http://schemas.microsoft.com/office/drawing/2014/main" id="{E4EC77DA-D187-8AEF-7E59-97FA0AD23015}"/>
              </a:ext>
            </a:extLst>
          </p:cNvPr>
          <p:cNvSpPr txBox="1"/>
          <p:nvPr/>
        </p:nvSpPr>
        <p:spPr>
          <a:xfrm>
            <a:off x="8163590" y="3588700"/>
            <a:ext cx="11315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0 / 1 ping-pong</a:t>
            </a:r>
            <a:endParaRPr lang="en-US" sz="1500" dirty="0"/>
          </a:p>
        </p:txBody>
      </p:sp>
      <p:sp>
        <p:nvSpPr>
          <p:cNvPr id="101" name="Sys Shape 44">
            <a:extLst>
              <a:ext uri="{FF2B5EF4-FFF2-40B4-BE49-F238E27FC236}">
                <a16:creationId xmlns:a16="http://schemas.microsoft.com/office/drawing/2014/main" id="{BECDCA75-7B53-7C91-AA01-41693A93D700}"/>
              </a:ext>
            </a:extLst>
          </p:cNvPr>
          <p:cNvSpPr/>
          <p:nvPr/>
        </p:nvSpPr>
        <p:spPr>
          <a:xfrm>
            <a:off x="9363740" y="3502975"/>
            <a:ext cx="182880" cy="0"/>
          </a:xfrm>
          <a:prstGeom prst="line">
            <a:avLst/>
          </a:prstGeom>
          <a:noFill/>
          <a:ln w="23812">
            <a:solidFill>
              <a:srgbClr val="5B6B7D"/>
            </a:solidFill>
            <a:prstDash val="solid"/>
            <a:tailEnd type="triangle"/>
          </a:ln>
        </p:spPr>
        <p:txBody>
          <a:bodyPr/>
          <a:lstStyle/>
          <a:p>
            <a:endParaRPr lang="en-IN" sz="1500"/>
          </a:p>
        </p:txBody>
      </p:sp>
      <p:sp>
        <p:nvSpPr>
          <p:cNvPr id="103" name="Sys Shape 45">
            <a:extLst>
              <a:ext uri="{FF2B5EF4-FFF2-40B4-BE49-F238E27FC236}">
                <a16:creationId xmlns:a16="http://schemas.microsoft.com/office/drawing/2014/main" id="{FD460F59-8006-BBD6-1B8D-066841512538}"/>
              </a:ext>
            </a:extLst>
          </p:cNvPr>
          <p:cNvSpPr/>
          <p:nvPr/>
        </p:nvSpPr>
        <p:spPr>
          <a:xfrm>
            <a:off x="9558050" y="2902900"/>
            <a:ext cx="1245870" cy="1200150"/>
          </a:xfrm>
          <a:prstGeom prst="roundRect">
            <a:avLst>
              <a:gd name="adj" fmla="val 5714"/>
            </a:avLst>
          </a:prstGeom>
          <a:solidFill>
            <a:srgbClr val="FBEBDC"/>
          </a:solidFill>
          <a:ln w="19843">
            <a:solidFill>
              <a:srgbClr val="D9731A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105" name="Sys Shape 46">
            <a:extLst>
              <a:ext uri="{FF2B5EF4-FFF2-40B4-BE49-F238E27FC236}">
                <a16:creationId xmlns:a16="http://schemas.microsoft.com/office/drawing/2014/main" id="{694B0FCA-A545-9C30-0A7D-5FC196D64262}"/>
              </a:ext>
            </a:extLst>
          </p:cNvPr>
          <p:cNvSpPr/>
          <p:nvPr/>
        </p:nvSpPr>
        <p:spPr>
          <a:xfrm>
            <a:off x="9626630" y="2971480"/>
            <a:ext cx="251460" cy="251460"/>
          </a:xfrm>
          <a:prstGeom prst="ellipse">
            <a:avLst/>
          </a:prstGeom>
          <a:solidFill>
            <a:srgbClr val="D9731A"/>
          </a:solidFill>
          <a:ln w="15875">
            <a:solidFill>
              <a:srgbClr val="D9731A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107" name="Sys Text 47">
            <a:extLst>
              <a:ext uri="{FF2B5EF4-FFF2-40B4-BE49-F238E27FC236}">
                <a16:creationId xmlns:a16="http://schemas.microsoft.com/office/drawing/2014/main" id="{F82B910D-733D-80B0-2C0A-B4FAA236AFB0}"/>
              </a:ext>
            </a:extLst>
          </p:cNvPr>
          <p:cNvSpPr txBox="1"/>
          <p:nvPr/>
        </p:nvSpPr>
        <p:spPr>
          <a:xfrm>
            <a:off x="9626630" y="2971480"/>
            <a:ext cx="2514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09" name="Sys Text 48">
            <a:extLst>
              <a:ext uri="{FF2B5EF4-FFF2-40B4-BE49-F238E27FC236}">
                <a16:creationId xmlns:a16="http://schemas.microsoft.com/office/drawing/2014/main" id="{86FDFFAC-B456-EB0D-C632-D79D8FC0E7E5}"/>
              </a:ext>
            </a:extLst>
          </p:cNvPr>
          <p:cNvSpPr txBox="1"/>
          <p:nvPr/>
        </p:nvSpPr>
        <p:spPr>
          <a:xfrm>
            <a:off x="9603770" y="3156105"/>
            <a:ext cx="11544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0 + 1</a:t>
            </a:r>
            <a:endParaRPr lang="en-US" sz="1500" dirty="0"/>
          </a:p>
        </p:txBody>
      </p:sp>
      <p:sp>
        <p:nvSpPr>
          <p:cNvPr id="111" name="Sys Text 49">
            <a:extLst>
              <a:ext uri="{FF2B5EF4-FFF2-40B4-BE49-F238E27FC236}">
                <a16:creationId xmlns:a16="http://schemas.microsoft.com/office/drawing/2014/main" id="{BA81F25A-A837-4C49-335E-669DCFD1E5D3}"/>
              </a:ext>
            </a:extLst>
          </p:cNvPr>
          <p:cNvSpPr txBox="1"/>
          <p:nvPr/>
        </p:nvSpPr>
        <p:spPr>
          <a:xfrm>
            <a:off x="9615200" y="3444390"/>
            <a:ext cx="11315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compute, A/B skew, mesh</a:t>
            </a:r>
            <a:endParaRPr lang="en-US" sz="1400" dirty="0"/>
          </a:p>
        </p:txBody>
      </p:sp>
      <p:sp>
        <p:nvSpPr>
          <p:cNvPr id="113" name="Sys Shape 50">
            <a:extLst>
              <a:ext uri="{FF2B5EF4-FFF2-40B4-BE49-F238E27FC236}">
                <a16:creationId xmlns:a16="http://schemas.microsoft.com/office/drawing/2014/main" id="{DAB47E11-CE61-F6DF-EA4B-1F5C6ED3E03F}"/>
              </a:ext>
            </a:extLst>
          </p:cNvPr>
          <p:cNvSpPr/>
          <p:nvPr/>
        </p:nvSpPr>
        <p:spPr>
          <a:xfrm>
            <a:off x="10815350" y="3502975"/>
            <a:ext cx="182880" cy="0"/>
          </a:xfrm>
          <a:prstGeom prst="line">
            <a:avLst/>
          </a:prstGeom>
          <a:noFill/>
          <a:ln w="23812">
            <a:solidFill>
              <a:srgbClr val="5B6B7D"/>
            </a:solidFill>
            <a:prstDash val="solid"/>
            <a:tailEnd type="triangle"/>
          </a:ln>
        </p:spPr>
        <p:txBody>
          <a:bodyPr/>
          <a:lstStyle/>
          <a:p>
            <a:endParaRPr lang="en-IN" sz="1500"/>
          </a:p>
        </p:txBody>
      </p:sp>
      <p:sp>
        <p:nvSpPr>
          <p:cNvPr id="115" name="Sys Shape 51">
            <a:extLst>
              <a:ext uri="{FF2B5EF4-FFF2-40B4-BE49-F238E27FC236}">
                <a16:creationId xmlns:a16="http://schemas.microsoft.com/office/drawing/2014/main" id="{7CA6C140-19B4-BE5A-D814-F14D8DF225DA}"/>
              </a:ext>
            </a:extLst>
          </p:cNvPr>
          <p:cNvSpPr/>
          <p:nvPr/>
        </p:nvSpPr>
        <p:spPr>
          <a:xfrm>
            <a:off x="11009660" y="2902900"/>
            <a:ext cx="1245870" cy="1200150"/>
          </a:xfrm>
          <a:prstGeom prst="roundRect">
            <a:avLst>
              <a:gd name="adj" fmla="val 5714"/>
            </a:avLst>
          </a:prstGeom>
          <a:solidFill>
            <a:srgbClr val="E1F1F1"/>
          </a:solidFill>
          <a:ln w="19843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117" name="Sys Shape 52">
            <a:extLst>
              <a:ext uri="{FF2B5EF4-FFF2-40B4-BE49-F238E27FC236}">
                <a16:creationId xmlns:a16="http://schemas.microsoft.com/office/drawing/2014/main" id="{7AEC336E-103D-5EE0-7496-D8AC16F9F067}"/>
              </a:ext>
            </a:extLst>
          </p:cNvPr>
          <p:cNvSpPr/>
          <p:nvPr/>
        </p:nvSpPr>
        <p:spPr>
          <a:xfrm>
            <a:off x="11078240" y="2971480"/>
            <a:ext cx="251460" cy="251460"/>
          </a:xfrm>
          <a:prstGeom prst="ellipse">
            <a:avLst/>
          </a:prstGeom>
          <a:solidFill>
            <a:srgbClr val="0F8B8D"/>
          </a:solidFill>
          <a:ln w="15875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119" name="Sys Text 53">
            <a:extLst>
              <a:ext uri="{FF2B5EF4-FFF2-40B4-BE49-F238E27FC236}">
                <a16:creationId xmlns:a16="http://schemas.microsoft.com/office/drawing/2014/main" id="{32832F28-51DE-C0E8-5833-9B2699BA865E}"/>
              </a:ext>
            </a:extLst>
          </p:cNvPr>
          <p:cNvSpPr txBox="1"/>
          <p:nvPr/>
        </p:nvSpPr>
        <p:spPr>
          <a:xfrm>
            <a:off x="11078240" y="2971480"/>
            <a:ext cx="2514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121" name="Sys Text 54">
            <a:extLst>
              <a:ext uri="{FF2B5EF4-FFF2-40B4-BE49-F238E27FC236}">
                <a16:creationId xmlns:a16="http://schemas.microsoft.com/office/drawing/2014/main" id="{51876969-0A15-C09C-27ED-94453F8F5B32}"/>
              </a:ext>
            </a:extLst>
          </p:cNvPr>
          <p:cNvSpPr txBox="1"/>
          <p:nvPr/>
        </p:nvSpPr>
        <p:spPr>
          <a:xfrm>
            <a:off x="11078240" y="3091495"/>
            <a:ext cx="11544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500" dirty="0"/>
          </a:p>
        </p:txBody>
      </p:sp>
      <p:sp>
        <p:nvSpPr>
          <p:cNvPr id="123" name="Sys Text 55">
            <a:extLst>
              <a:ext uri="{FF2B5EF4-FFF2-40B4-BE49-F238E27FC236}">
                <a16:creationId xmlns:a16="http://schemas.microsoft.com/office/drawing/2014/main" id="{9A91CE4F-E7A3-C066-AD20-4A3DFBCACF7E}"/>
              </a:ext>
            </a:extLst>
          </p:cNvPr>
          <p:cNvSpPr txBox="1"/>
          <p:nvPr/>
        </p:nvSpPr>
        <p:spPr>
          <a:xfrm>
            <a:off x="11066810" y="3385818"/>
            <a:ext cx="11315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INT20 to INT32, 256 words/tile</a:t>
            </a:r>
            <a:endParaRPr lang="en-US" sz="1500" dirty="0"/>
          </a:p>
        </p:txBody>
      </p:sp>
      <p:sp>
        <p:nvSpPr>
          <p:cNvPr id="125" name="Sys Shape 56">
            <a:extLst>
              <a:ext uri="{FF2B5EF4-FFF2-40B4-BE49-F238E27FC236}">
                <a16:creationId xmlns:a16="http://schemas.microsoft.com/office/drawing/2014/main" id="{2986D20B-74EA-7C7B-73FB-0D016B1EF79D}"/>
              </a:ext>
            </a:extLst>
          </p:cNvPr>
          <p:cNvSpPr/>
          <p:nvPr/>
        </p:nvSpPr>
        <p:spPr>
          <a:xfrm>
            <a:off x="12266960" y="3502975"/>
            <a:ext cx="182880" cy="0"/>
          </a:xfrm>
          <a:prstGeom prst="line">
            <a:avLst/>
          </a:prstGeom>
          <a:noFill/>
          <a:ln w="23812">
            <a:solidFill>
              <a:srgbClr val="5B6B7D"/>
            </a:solidFill>
            <a:prstDash val="solid"/>
            <a:tailEnd type="triangle"/>
          </a:ln>
        </p:spPr>
        <p:txBody>
          <a:bodyPr/>
          <a:lstStyle/>
          <a:p>
            <a:endParaRPr lang="en-IN" sz="1500"/>
          </a:p>
        </p:txBody>
      </p:sp>
      <p:sp>
        <p:nvSpPr>
          <p:cNvPr id="127" name="Sys Shape 57">
            <a:extLst>
              <a:ext uri="{FF2B5EF4-FFF2-40B4-BE49-F238E27FC236}">
                <a16:creationId xmlns:a16="http://schemas.microsoft.com/office/drawing/2014/main" id="{1274DD3C-156A-C881-521C-4B7263DB8E74}"/>
              </a:ext>
            </a:extLst>
          </p:cNvPr>
          <p:cNvSpPr/>
          <p:nvPr/>
        </p:nvSpPr>
        <p:spPr>
          <a:xfrm>
            <a:off x="12461270" y="2902900"/>
            <a:ext cx="1245870" cy="12001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843">
            <a:solidFill>
              <a:srgbClr val="12263F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129" name="Sys Shape 58">
            <a:extLst>
              <a:ext uri="{FF2B5EF4-FFF2-40B4-BE49-F238E27FC236}">
                <a16:creationId xmlns:a16="http://schemas.microsoft.com/office/drawing/2014/main" id="{EF105856-DF7E-830B-D8DF-8579C6869D68}"/>
              </a:ext>
            </a:extLst>
          </p:cNvPr>
          <p:cNvSpPr/>
          <p:nvPr/>
        </p:nvSpPr>
        <p:spPr>
          <a:xfrm>
            <a:off x="12529850" y="2971480"/>
            <a:ext cx="251460" cy="251460"/>
          </a:xfrm>
          <a:prstGeom prst="ellipse">
            <a:avLst/>
          </a:prstGeom>
          <a:solidFill>
            <a:srgbClr val="12263F"/>
          </a:solidFill>
          <a:ln w="15875">
            <a:solidFill>
              <a:srgbClr val="12263F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131" name="Sys Text 59">
            <a:extLst>
              <a:ext uri="{FF2B5EF4-FFF2-40B4-BE49-F238E27FC236}">
                <a16:creationId xmlns:a16="http://schemas.microsoft.com/office/drawing/2014/main" id="{A96B5B1C-CDB9-7380-8B63-BC35861F7257}"/>
              </a:ext>
            </a:extLst>
          </p:cNvPr>
          <p:cNvSpPr txBox="1"/>
          <p:nvPr/>
        </p:nvSpPr>
        <p:spPr>
          <a:xfrm>
            <a:off x="12529850" y="2971480"/>
            <a:ext cx="2514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133" name="Sys Text 60">
            <a:extLst>
              <a:ext uri="{FF2B5EF4-FFF2-40B4-BE49-F238E27FC236}">
                <a16:creationId xmlns:a16="http://schemas.microsoft.com/office/drawing/2014/main" id="{96094309-BD9E-890D-8E24-2D2EFBB09FE1}"/>
              </a:ext>
            </a:extLst>
          </p:cNvPr>
          <p:cNvSpPr txBox="1"/>
          <p:nvPr/>
        </p:nvSpPr>
        <p:spPr>
          <a:xfrm>
            <a:off x="12552710" y="3135353"/>
            <a:ext cx="11544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DMA S2MM</a:t>
            </a:r>
            <a:endParaRPr lang="en-US" sz="1500" dirty="0"/>
          </a:p>
        </p:txBody>
      </p:sp>
      <p:sp>
        <p:nvSpPr>
          <p:cNvPr id="135" name="Sys Text 61">
            <a:extLst>
              <a:ext uri="{FF2B5EF4-FFF2-40B4-BE49-F238E27FC236}">
                <a16:creationId xmlns:a16="http://schemas.microsoft.com/office/drawing/2014/main" id="{6D5A8214-EDD9-A8E0-AC2E-045340BAB709}"/>
              </a:ext>
            </a:extLst>
          </p:cNvPr>
          <p:cNvSpPr txBox="1"/>
          <p:nvPr/>
        </p:nvSpPr>
        <p:spPr>
          <a:xfrm>
            <a:off x="12518420" y="3588700"/>
            <a:ext cx="11315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INT32 stream to DDR3</a:t>
            </a:r>
            <a:endParaRPr lang="en-US" sz="1500" dirty="0"/>
          </a:p>
        </p:txBody>
      </p:sp>
      <p:sp>
        <p:nvSpPr>
          <p:cNvPr id="137" name="Sys Shape 62">
            <a:extLst>
              <a:ext uri="{FF2B5EF4-FFF2-40B4-BE49-F238E27FC236}">
                <a16:creationId xmlns:a16="http://schemas.microsoft.com/office/drawing/2014/main" id="{FA036CDD-D9BA-91A4-DC59-7F0ACC71E59B}"/>
              </a:ext>
            </a:extLst>
          </p:cNvPr>
          <p:cNvSpPr/>
          <p:nvPr/>
        </p:nvSpPr>
        <p:spPr>
          <a:xfrm>
            <a:off x="13718570" y="3502975"/>
            <a:ext cx="182880" cy="0"/>
          </a:xfrm>
          <a:prstGeom prst="line">
            <a:avLst/>
          </a:prstGeom>
          <a:noFill/>
          <a:ln w="23812">
            <a:solidFill>
              <a:srgbClr val="5B6B7D"/>
            </a:solidFill>
            <a:prstDash val="solid"/>
            <a:tailEnd type="triangle"/>
          </a:ln>
        </p:spPr>
        <p:txBody>
          <a:bodyPr/>
          <a:lstStyle/>
          <a:p>
            <a:endParaRPr lang="en-IN" sz="1500"/>
          </a:p>
        </p:txBody>
      </p:sp>
      <p:sp>
        <p:nvSpPr>
          <p:cNvPr id="139" name="Sys Shape 63">
            <a:extLst>
              <a:ext uri="{FF2B5EF4-FFF2-40B4-BE49-F238E27FC236}">
                <a16:creationId xmlns:a16="http://schemas.microsoft.com/office/drawing/2014/main" id="{D2DBB84F-8041-2D71-E333-6B1F75F72729}"/>
              </a:ext>
            </a:extLst>
          </p:cNvPr>
          <p:cNvSpPr/>
          <p:nvPr/>
        </p:nvSpPr>
        <p:spPr>
          <a:xfrm>
            <a:off x="13912880" y="2902900"/>
            <a:ext cx="1245870" cy="1200150"/>
          </a:xfrm>
          <a:prstGeom prst="roundRect">
            <a:avLst>
              <a:gd name="adj" fmla="val 5714"/>
            </a:avLst>
          </a:prstGeom>
          <a:solidFill>
            <a:srgbClr val="E7F2EB"/>
          </a:solidFill>
          <a:ln w="19843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141" name="Sys Shape 64">
            <a:extLst>
              <a:ext uri="{FF2B5EF4-FFF2-40B4-BE49-F238E27FC236}">
                <a16:creationId xmlns:a16="http://schemas.microsoft.com/office/drawing/2014/main" id="{96131893-0715-695B-33AA-E3032CF52444}"/>
              </a:ext>
            </a:extLst>
          </p:cNvPr>
          <p:cNvSpPr/>
          <p:nvPr/>
        </p:nvSpPr>
        <p:spPr>
          <a:xfrm>
            <a:off x="13981460" y="2971480"/>
            <a:ext cx="251460" cy="251460"/>
          </a:xfrm>
          <a:prstGeom prst="ellipse">
            <a:avLst/>
          </a:prstGeom>
          <a:solidFill>
            <a:srgbClr val="3E8E5A"/>
          </a:solidFill>
          <a:ln w="15875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143" name="Sys Text 65">
            <a:extLst>
              <a:ext uri="{FF2B5EF4-FFF2-40B4-BE49-F238E27FC236}">
                <a16:creationId xmlns:a16="http://schemas.microsoft.com/office/drawing/2014/main" id="{7CD672CC-2664-4AA8-FB90-A55EC258FAB4}"/>
              </a:ext>
            </a:extLst>
          </p:cNvPr>
          <p:cNvSpPr txBox="1"/>
          <p:nvPr/>
        </p:nvSpPr>
        <p:spPr>
          <a:xfrm>
            <a:off x="13981460" y="2971480"/>
            <a:ext cx="2514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145" name="Sys Text 66">
            <a:extLst>
              <a:ext uri="{FF2B5EF4-FFF2-40B4-BE49-F238E27FC236}">
                <a16:creationId xmlns:a16="http://schemas.microsoft.com/office/drawing/2014/main" id="{AFABE575-3D7E-BACF-B9AF-A13E59350399}"/>
              </a:ext>
            </a:extLst>
          </p:cNvPr>
          <p:cNvSpPr txBox="1"/>
          <p:nvPr/>
        </p:nvSpPr>
        <p:spPr>
          <a:xfrm>
            <a:off x="13958600" y="3245800"/>
            <a:ext cx="11544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DDR3</a:t>
            </a:r>
            <a:endParaRPr lang="en-US" sz="1500" dirty="0"/>
          </a:p>
        </p:txBody>
      </p:sp>
      <p:sp>
        <p:nvSpPr>
          <p:cNvPr id="147" name="Sys Text 67">
            <a:extLst>
              <a:ext uri="{FF2B5EF4-FFF2-40B4-BE49-F238E27FC236}">
                <a16:creationId xmlns:a16="http://schemas.microsoft.com/office/drawing/2014/main" id="{9018CC04-4250-5C77-15E4-D23BB591D402}"/>
              </a:ext>
            </a:extLst>
          </p:cNvPr>
          <p:cNvSpPr txBox="1"/>
          <p:nvPr/>
        </p:nvSpPr>
        <p:spPr>
          <a:xfrm>
            <a:off x="13970030" y="3588700"/>
            <a:ext cx="11315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result buffers</a:t>
            </a:r>
            <a:endParaRPr lang="en-US" sz="1500" dirty="0"/>
          </a:p>
        </p:txBody>
      </p:sp>
      <p:sp>
        <p:nvSpPr>
          <p:cNvPr id="149" name="Sys Shape 68">
            <a:extLst>
              <a:ext uri="{FF2B5EF4-FFF2-40B4-BE49-F238E27FC236}">
                <a16:creationId xmlns:a16="http://schemas.microsoft.com/office/drawing/2014/main" id="{851BCBCC-15E3-07E5-4611-E5CE0251C87F}"/>
              </a:ext>
            </a:extLst>
          </p:cNvPr>
          <p:cNvSpPr/>
          <p:nvPr/>
        </p:nvSpPr>
        <p:spPr>
          <a:xfrm>
            <a:off x="15170180" y="3502975"/>
            <a:ext cx="182880" cy="0"/>
          </a:xfrm>
          <a:prstGeom prst="line">
            <a:avLst/>
          </a:prstGeom>
          <a:noFill/>
          <a:ln w="23812">
            <a:solidFill>
              <a:srgbClr val="5B6B7D"/>
            </a:solidFill>
            <a:prstDash val="solid"/>
            <a:tailEnd type="triangle"/>
          </a:ln>
        </p:spPr>
        <p:txBody>
          <a:bodyPr/>
          <a:lstStyle/>
          <a:p>
            <a:endParaRPr lang="en-IN" sz="1500"/>
          </a:p>
        </p:txBody>
      </p:sp>
      <p:sp>
        <p:nvSpPr>
          <p:cNvPr id="151" name="Sys Shape 69">
            <a:extLst>
              <a:ext uri="{FF2B5EF4-FFF2-40B4-BE49-F238E27FC236}">
                <a16:creationId xmlns:a16="http://schemas.microsoft.com/office/drawing/2014/main" id="{464040BD-B7F1-6D72-D0C1-762D2B74B7C0}"/>
              </a:ext>
            </a:extLst>
          </p:cNvPr>
          <p:cNvSpPr/>
          <p:nvPr/>
        </p:nvSpPr>
        <p:spPr>
          <a:xfrm>
            <a:off x="15364490" y="2902900"/>
            <a:ext cx="1791396" cy="1200150"/>
          </a:xfrm>
          <a:prstGeom prst="roundRect">
            <a:avLst>
              <a:gd name="adj" fmla="val 5714"/>
            </a:avLst>
          </a:prstGeom>
          <a:solidFill>
            <a:srgbClr val="E7EEF8"/>
          </a:solidFill>
          <a:ln w="19843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153" name="Sys Shape 70">
            <a:extLst>
              <a:ext uri="{FF2B5EF4-FFF2-40B4-BE49-F238E27FC236}">
                <a16:creationId xmlns:a16="http://schemas.microsoft.com/office/drawing/2014/main" id="{50F27031-B881-792F-1077-F92F2BF54E9A}"/>
              </a:ext>
            </a:extLst>
          </p:cNvPr>
          <p:cNvSpPr/>
          <p:nvPr/>
        </p:nvSpPr>
        <p:spPr>
          <a:xfrm>
            <a:off x="15433070" y="2971480"/>
            <a:ext cx="251460" cy="251460"/>
          </a:xfrm>
          <a:prstGeom prst="ellipse">
            <a:avLst/>
          </a:prstGeom>
          <a:solidFill>
            <a:srgbClr val="2F6DB5"/>
          </a:solidFill>
          <a:ln w="15875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155" name="Sys Text 71">
            <a:extLst>
              <a:ext uri="{FF2B5EF4-FFF2-40B4-BE49-F238E27FC236}">
                <a16:creationId xmlns:a16="http://schemas.microsoft.com/office/drawing/2014/main" id="{BA449944-68DD-2735-BC7D-972A5AC7AF1F}"/>
              </a:ext>
            </a:extLst>
          </p:cNvPr>
          <p:cNvSpPr txBox="1"/>
          <p:nvPr/>
        </p:nvSpPr>
        <p:spPr>
          <a:xfrm>
            <a:off x="15433070" y="2971480"/>
            <a:ext cx="2514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157" name="Sys Text 72">
            <a:extLst>
              <a:ext uri="{FF2B5EF4-FFF2-40B4-BE49-F238E27FC236}">
                <a16:creationId xmlns:a16="http://schemas.microsoft.com/office/drawing/2014/main" id="{567E8F9F-60FC-700F-68A8-DDB5A4C7FBB8}"/>
              </a:ext>
            </a:extLst>
          </p:cNvPr>
          <p:cNvSpPr txBox="1"/>
          <p:nvPr/>
        </p:nvSpPr>
        <p:spPr>
          <a:xfrm>
            <a:off x="15629043" y="3080855"/>
            <a:ext cx="11544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PYNQ / CNN</a:t>
            </a:r>
            <a:endParaRPr lang="en-US" sz="1500" dirty="0"/>
          </a:p>
        </p:txBody>
      </p:sp>
      <p:sp>
        <p:nvSpPr>
          <p:cNvPr id="159" name="Sys Text 73">
            <a:extLst>
              <a:ext uri="{FF2B5EF4-FFF2-40B4-BE49-F238E27FC236}">
                <a16:creationId xmlns:a16="http://schemas.microsoft.com/office/drawing/2014/main" id="{D10DA566-D228-0AB5-832F-49F6B8E6C63C}"/>
              </a:ext>
            </a:extLst>
          </p:cNvPr>
          <p:cNvSpPr txBox="1"/>
          <p:nvPr/>
        </p:nvSpPr>
        <p:spPr>
          <a:xfrm>
            <a:off x="15420219" y="3341639"/>
            <a:ext cx="1615477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dequantize, activation, next layer</a:t>
            </a:r>
            <a:endParaRPr lang="en-US" sz="1600" dirty="0"/>
          </a:p>
        </p:txBody>
      </p:sp>
      <p:sp>
        <p:nvSpPr>
          <p:cNvPr id="161" name="Sys Text 74">
            <a:extLst>
              <a:ext uri="{FF2B5EF4-FFF2-40B4-BE49-F238E27FC236}">
                <a16:creationId xmlns:a16="http://schemas.microsoft.com/office/drawing/2014/main" id="{A81EA10F-740D-2BA7-2919-4122AFDD3CD0}"/>
              </a:ext>
            </a:extLst>
          </p:cNvPr>
          <p:cNvSpPr txBox="1"/>
          <p:nvPr/>
        </p:nvSpPr>
        <p:spPr>
          <a:xfrm>
            <a:off x="2300000" y="4183060"/>
            <a:ext cx="142875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per CNN layer: M / K / N reconfigured each time, edge tiles zero-padded</a:t>
            </a:r>
            <a:endParaRPr lang="en-US" sz="1600" dirty="0"/>
          </a:p>
        </p:txBody>
      </p:sp>
      <p:sp>
        <p:nvSpPr>
          <p:cNvPr id="163" name="Sys Text 75">
            <a:extLst>
              <a:ext uri="{FF2B5EF4-FFF2-40B4-BE49-F238E27FC236}">
                <a16:creationId xmlns:a16="http://schemas.microsoft.com/office/drawing/2014/main" id="{1DD05042-E99A-9EDD-C069-DCF631C1EB77}"/>
              </a:ext>
            </a:extLst>
          </p:cNvPr>
          <p:cNvSpPr txBox="1"/>
          <p:nvPr/>
        </p:nvSpPr>
        <p:spPr>
          <a:xfrm>
            <a:off x="1757921" y="4560250"/>
            <a:ext cx="228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b="1" dirty="0"/>
          </a:p>
        </p:txBody>
      </p:sp>
      <p:sp>
        <p:nvSpPr>
          <p:cNvPr id="165" name="Sys Shape 76">
            <a:extLst>
              <a:ext uri="{FF2B5EF4-FFF2-40B4-BE49-F238E27FC236}">
                <a16:creationId xmlns:a16="http://schemas.microsoft.com/office/drawing/2014/main" id="{664FFFD9-6695-9F3D-9900-906D1C8A004B}"/>
              </a:ext>
            </a:extLst>
          </p:cNvPr>
          <p:cNvSpPr/>
          <p:nvPr/>
        </p:nvSpPr>
        <p:spPr>
          <a:xfrm>
            <a:off x="6414800" y="4903150"/>
            <a:ext cx="10206990" cy="571500"/>
          </a:xfrm>
          <a:prstGeom prst="roundRect">
            <a:avLst>
              <a:gd name="adj" fmla="val 12000"/>
            </a:avLst>
          </a:prstGeom>
          <a:solidFill>
            <a:srgbClr val="E7EEF8"/>
          </a:solidFill>
          <a:ln w="19843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167" name="Sys Text 77">
            <a:extLst>
              <a:ext uri="{FF2B5EF4-FFF2-40B4-BE49-F238E27FC236}">
                <a16:creationId xmlns:a16="http://schemas.microsoft.com/office/drawing/2014/main" id="{6C11B134-1DA8-5081-3398-03DE8B9EEC20}"/>
              </a:ext>
            </a:extLst>
          </p:cNvPr>
          <p:cNvSpPr txBox="1"/>
          <p:nvPr/>
        </p:nvSpPr>
        <p:spPr>
          <a:xfrm>
            <a:off x="6414800" y="4903150"/>
            <a:ext cx="102069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Cortex-A9 (PS)  </a:t>
            </a:r>
            <a:r>
              <a:rPr lang="en-US" sz="15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and status via AXI4-Lite  |  6 interrupts</a:t>
            </a:r>
            <a:endParaRPr lang="en-US" sz="1500" dirty="0"/>
          </a:p>
        </p:txBody>
      </p:sp>
      <p:sp>
        <p:nvSpPr>
          <p:cNvPr id="169" name="Sys Shape 78">
            <a:extLst>
              <a:ext uri="{FF2B5EF4-FFF2-40B4-BE49-F238E27FC236}">
                <a16:creationId xmlns:a16="http://schemas.microsoft.com/office/drawing/2014/main" id="{20AF3697-C1BB-9615-BFF8-7B5532945653}"/>
              </a:ext>
            </a:extLst>
          </p:cNvPr>
          <p:cNvSpPr/>
          <p:nvPr/>
        </p:nvSpPr>
        <p:spPr>
          <a:xfrm>
            <a:off x="2300000" y="6046150"/>
            <a:ext cx="1714500" cy="3200400"/>
          </a:xfrm>
          <a:prstGeom prst="roundRect">
            <a:avLst>
              <a:gd name="adj" fmla="val 4000"/>
            </a:avLst>
          </a:prstGeom>
          <a:solidFill>
            <a:srgbClr val="E7F2EB"/>
          </a:solidFill>
          <a:ln w="19843">
            <a:solidFill>
              <a:srgbClr val="3E8E5A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171" name="Sys Text 79">
            <a:extLst>
              <a:ext uri="{FF2B5EF4-FFF2-40B4-BE49-F238E27FC236}">
                <a16:creationId xmlns:a16="http://schemas.microsoft.com/office/drawing/2014/main" id="{B1F53031-E4E8-9023-637B-40B61128319D}"/>
              </a:ext>
            </a:extLst>
          </p:cNvPr>
          <p:cNvSpPr txBox="1"/>
          <p:nvPr/>
        </p:nvSpPr>
        <p:spPr>
          <a:xfrm>
            <a:off x="2300000" y="7132000"/>
            <a:ext cx="171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DDR3</a:t>
            </a:r>
            <a:endParaRPr lang="en-US" dirty="0"/>
          </a:p>
        </p:txBody>
      </p:sp>
      <p:sp>
        <p:nvSpPr>
          <p:cNvPr id="173" name="Sys Text 80">
            <a:extLst>
              <a:ext uri="{FF2B5EF4-FFF2-40B4-BE49-F238E27FC236}">
                <a16:creationId xmlns:a16="http://schemas.microsoft.com/office/drawing/2014/main" id="{ECF468C9-5E6C-2CC9-4F39-023A1A6AAC4D}"/>
              </a:ext>
            </a:extLst>
          </p:cNvPr>
          <p:cNvSpPr txBox="1"/>
          <p:nvPr/>
        </p:nvSpPr>
        <p:spPr>
          <a:xfrm>
            <a:off x="2300000" y="7474900"/>
            <a:ext cx="171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B6B7D"/>
                </a:solidFill>
                <a:ea typeface="Calibri" pitchFamily="34" charset="-122"/>
                <a:cs typeface="Calibri" pitchFamily="34" charset="-120"/>
              </a:rPr>
              <a:t>A, B: INT8 inputs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5B6B7D"/>
                </a:solidFill>
                <a:ea typeface="Calibri" pitchFamily="34" charset="-122"/>
                <a:cs typeface="Calibri" pitchFamily="34" charset="-120"/>
              </a:rPr>
              <a:t>C: INT32 results</a:t>
            </a:r>
            <a:endParaRPr lang="en-US" dirty="0"/>
          </a:p>
        </p:txBody>
      </p:sp>
      <p:sp>
        <p:nvSpPr>
          <p:cNvPr id="175" name="Sys Shape 81">
            <a:extLst>
              <a:ext uri="{FF2B5EF4-FFF2-40B4-BE49-F238E27FC236}">
                <a16:creationId xmlns:a16="http://schemas.microsoft.com/office/drawing/2014/main" id="{0C24E9D1-968B-9D70-20FC-4356E15FD9A5}"/>
              </a:ext>
            </a:extLst>
          </p:cNvPr>
          <p:cNvSpPr/>
          <p:nvPr/>
        </p:nvSpPr>
        <p:spPr>
          <a:xfrm>
            <a:off x="4471700" y="7017700"/>
            <a:ext cx="1485900" cy="1143000"/>
          </a:xfrm>
          <a:prstGeom prst="roundRect">
            <a:avLst>
              <a:gd name="adj" fmla="val 6000"/>
            </a:avLst>
          </a:prstGeom>
          <a:solidFill>
            <a:srgbClr val="E7EEF8"/>
          </a:solidFill>
          <a:ln w="19843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177" name="Sys Text 82">
            <a:extLst>
              <a:ext uri="{FF2B5EF4-FFF2-40B4-BE49-F238E27FC236}">
                <a16:creationId xmlns:a16="http://schemas.microsoft.com/office/drawing/2014/main" id="{509CC78B-BD46-F470-0561-1CCED6AFD0A2}"/>
              </a:ext>
            </a:extLst>
          </p:cNvPr>
          <p:cNvSpPr txBox="1"/>
          <p:nvPr/>
        </p:nvSpPr>
        <p:spPr>
          <a:xfrm>
            <a:off x="4471700" y="7143430"/>
            <a:ext cx="1485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HP0</a:t>
            </a:r>
            <a:endParaRPr lang="en-US" dirty="0"/>
          </a:p>
        </p:txBody>
      </p:sp>
      <p:sp>
        <p:nvSpPr>
          <p:cNvPr id="179" name="Sys Text 83">
            <a:extLst>
              <a:ext uri="{FF2B5EF4-FFF2-40B4-BE49-F238E27FC236}">
                <a16:creationId xmlns:a16="http://schemas.microsoft.com/office/drawing/2014/main" id="{8C65E858-FDED-5FC5-BDC7-ED81C8EEAA58}"/>
              </a:ext>
            </a:extLst>
          </p:cNvPr>
          <p:cNvSpPr txBox="1"/>
          <p:nvPr/>
        </p:nvSpPr>
        <p:spPr>
          <a:xfrm>
            <a:off x="4471700" y="7566340"/>
            <a:ext cx="1485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 path</a:t>
            </a:r>
            <a:endParaRPr lang="en-US" dirty="0"/>
          </a:p>
        </p:txBody>
      </p:sp>
      <p:sp>
        <p:nvSpPr>
          <p:cNvPr id="181" name="Sys Shape 84">
            <a:extLst>
              <a:ext uri="{FF2B5EF4-FFF2-40B4-BE49-F238E27FC236}">
                <a16:creationId xmlns:a16="http://schemas.microsoft.com/office/drawing/2014/main" id="{A3FC5368-1975-A397-A52A-88A00431F088}"/>
              </a:ext>
            </a:extLst>
          </p:cNvPr>
          <p:cNvSpPr/>
          <p:nvPr/>
        </p:nvSpPr>
        <p:spPr>
          <a:xfrm>
            <a:off x="4014500" y="7589200"/>
            <a:ext cx="457200" cy="0"/>
          </a:xfrm>
          <a:prstGeom prst="line">
            <a:avLst/>
          </a:prstGeom>
          <a:noFill/>
          <a:ln w="23812">
            <a:solidFill>
              <a:srgbClr val="5B6B7D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IN" sz="1500"/>
          </a:p>
        </p:txBody>
      </p:sp>
      <p:sp>
        <p:nvSpPr>
          <p:cNvPr id="183" name="Sys Shape 85">
            <a:extLst>
              <a:ext uri="{FF2B5EF4-FFF2-40B4-BE49-F238E27FC236}">
                <a16:creationId xmlns:a16="http://schemas.microsoft.com/office/drawing/2014/main" id="{D6652EDA-999F-9207-3153-25F50EB0DA27}"/>
              </a:ext>
            </a:extLst>
          </p:cNvPr>
          <p:cNvSpPr/>
          <p:nvPr/>
        </p:nvSpPr>
        <p:spPr>
          <a:xfrm>
            <a:off x="5957600" y="7589200"/>
            <a:ext cx="228600" cy="0"/>
          </a:xfrm>
          <a:prstGeom prst="line">
            <a:avLst/>
          </a:prstGeom>
          <a:noFill/>
          <a:ln w="23812">
            <a:solidFill>
              <a:srgbClr val="5B6B7D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185" name="Sys Shape 86">
            <a:extLst>
              <a:ext uri="{FF2B5EF4-FFF2-40B4-BE49-F238E27FC236}">
                <a16:creationId xmlns:a16="http://schemas.microsoft.com/office/drawing/2014/main" id="{397120AD-AE38-52DE-4A66-72F5609859F1}"/>
              </a:ext>
            </a:extLst>
          </p:cNvPr>
          <p:cNvSpPr/>
          <p:nvPr/>
        </p:nvSpPr>
        <p:spPr>
          <a:xfrm>
            <a:off x="6186200" y="6560500"/>
            <a:ext cx="0" cy="2000250"/>
          </a:xfrm>
          <a:prstGeom prst="line">
            <a:avLst/>
          </a:prstGeom>
          <a:noFill/>
          <a:ln w="23812">
            <a:solidFill>
              <a:srgbClr val="5B6B7D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187" name="Sys Shape 87">
            <a:extLst>
              <a:ext uri="{FF2B5EF4-FFF2-40B4-BE49-F238E27FC236}">
                <a16:creationId xmlns:a16="http://schemas.microsoft.com/office/drawing/2014/main" id="{CD2E30A3-E36C-2BC4-621D-79E237E5FCDA}"/>
              </a:ext>
            </a:extLst>
          </p:cNvPr>
          <p:cNvSpPr/>
          <p:nvPr/>
        </p:nvSpPr>
        <p:spPr>
          <a:xfrm>
            <a:off x="6414800" y="6046150"/>
            <a:ext cx="1714500" cy="9715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843">
            <a:solidFill>
              <a:srgbClr val="D9731A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189" name="Sys Text 88">
            <a:extLst>
              <a:ext uri="{FF2B5EF4-FFF2-40B4-BE49-F238E27FC236}">
                <a16:creationId xmlns:a16="http://schemas.microsoft.com/office/drawing/2014/main" id="{B0F2D189-73EE-18AB-C1AD-D0924171892D}"/>
              </a:ext>
            </a:extLst>
          </p:cNvPr>
          <p:cNvSpPr txBox="1"/>
          <p:nvPr/>
        </p:nvSpPr>
        <p:spPr>
          <a:xfrm>
            <a:off x="6414800" y="6217600"/>
            <a:ext cx="1714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DMA 0</a:t>
            </a:r>
            <a:endParaRPr lang="en-US" sz="1500" dirty="0"/>
          </a:p>
        </p:txBody>
      </p:sp>
      <p:sp>
        <p:nvSpPr>
          <p:cNvPr id="191" name="Sys Text 89">
            <a:extLst>
              <a:ext uri="{FF2B5EF4-FFF2-40B4-BE49-F238E27FC236}">
                <a16:creationId xmlns:a16="http://schemas.microsoft.com/office/drawing/2014/main" id="{450BC128-C4B5-2580-06CA-6537A9134203}"/>
              </a:ext>
            </a:extLst>
          </p:cNvPr>
          <p:cNvSpPr txBox="1"/>
          <p:nvPr/>
        </p:nvSpPr>
        <p:spPr>
          <a:xfrm>
            <a:off x="6414800" y="6537640"/>
            <a:ext cx="171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MM2S in / S2MM out</a:t>
            </a:r>
            <a:endParaRPr lang="en-US" sz="1500" dirty="0"/>
          </a:p>
        </p:txBody>
      </p:sp>
      <p:sp>
        <p:nvSpPr>
          <p:cNvPr id="193" name="Sys Shape 90">
            <a:extLst>
              <a:ext uri="{FF2B5EF4-FFF2-40B4-BE49-F238E27FC236}">
                <a16:creationId xmlns:a16="http://schemas.microsoft.com/office/drawing/2014/main" id="{1136E557-5200-42CB-9EFD-CC94DFAED9B2}"/>
              </a:ext>
            </a:extLst>
          </p:cNvPr>
          <p:cNvSpPr/>
          <p:nvPr/>
        </p:nvSpPr>
        <p:spPr>
          <a:xfrm>
            <a:off x="6186200" y="6560500"/>
            <a:ext cx="228600" cy="0"/>
          </a:xfrm>
          <a:prstGeom prst="line">
            <a:avLst/>
          </a:prstGeom>
          <a:noFill/>
          <a:ln w="23812">
            <a:solidFill>
              <a:srgbClr val="5B6B7D"/>
            </a:solidFill>
            <a:prstDash val="solid"/>
            <a:tailEnd type="triangle"/>
          </a:ln>
        </p:spPr>
        <p:txBody>
          <a:bodyPr/>
          <a:lstStyle/>
          <a:p>
            <a:endParaRPr lang="en-IN" sz="1500"/>
          </a:p>
        </p:txBody>
      </p:sp>
      <p:sp>
        <p:nvSpPr>
          <p:cNvPr id="195" name="Sys Shape 91">
            <a:extLst>
              <a:ext uri="{FF2B5EF4-FFF2-40B4-BE49-F238E27FC236}">
                <a16:creationId xmlns:a16="http://schemas.microsoft.com/office/drawing/2014/main" id="{36EE02FD-3D35-23DB-A087-957C1D958EA1}"/>
              </a:ext>
            </a:extLst>
          </p:cNvPr>
          <p:cNvSpPr/>
          <p:nvPr/>
        </p:nvSpPr>
        <p:spPr>
          <a:xfrm>
            <a:off x="8129300" y="6531925"/>
            <a:ext cx="685800" cy="0"/>
          </a:xfrm>
          <a:prstGeom prst="line">
            <a:avLst/>
          </a:prstGeom>
          <a:noFill/>
          <a:ln w="23812">
            <a:solidFill>
              <a:srgbClr val="D9731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IN" sz="1500"/>
          </a:p>
        </p:txBody>
      </p:sp>
      <p:sp>
        <p:nvSpPr>
          <p:cNvPr id="197" name="Sys Shape 92">
            <a:extLst>
              <a:ext uri="{FF2B5EF4-FFF2-40B4-BE49-F238E27FC236}">
                <a16:creationId xmlns:a16="http://schemas.microsoft.com/office/drawing/2014/main" id="{B4D393ED-B9E9-2671-26D3-78A5B67E7CA6}"/>
              </a:ext>
            </a:extLst>
          </p:cNvPr>
          <p:cNvSpPr/>
          <p:nvPr/>
        </p:nvSpPr>
        <p:spPr>
          <a:xfrm>
            <a:off x="8815100" y="5703250"/>
            <a:ext cx="7806690" cy="165735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27781">
            <a:solidFill>
              <a:srgbClr val="D9731A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199" name="Sys Text 93">
            <a:extLst>
              <a:ext uri="{FF2B5EF4-FFF2-40B4-BE49-F238E27FC236}">
                <a16:creationId xmlns:a16="http://schemas.microsoft.com/office/drawing/2014/main" id="{45214C1E-4637-4EC8-A3F8-696AAA3D4ADB}"/>
              </a:ext>
            </a:extLst>
          </p:cNvPr>
          <p:cNvSpPr txBox="1"/>
          <p:nvPr/>
        </p:nvSpPr>
        <p:spPr>
          <a:xfrm>
            <a:off x="8986550" y="5783260"/>
            <a:ext cx="7429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9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0   </a:t>
            </a:r>
            <a:r>
              <a:rPr lang="en-US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x 16 systolic mesh  |  110 + 146 = 256 PEs</a:t>
            </a:r>
            <a:endParaRPr lang="en-US" sz="1500" dirty="0"/>
          </a:p>
        </p:txBody>
      </p:sp>
      <p:sp>
        <p:nvSpPr>
          <p:cNvPr id="201" name="Sys Shape 94">
            <a:extLst>
              <a:ext uri="{FF2B5EF4-FFF2-40B4-BE49-F238E27FC236}">
                <a16:creationId xmlns:a16="http://schemas.microsoft.com/office/drawing/2014/main" id="{146CDD1F-2B03-274E-6C5A-20C5F763FEDC}"/>
              </a:ext>
            </a:extLst>
          </p:cNvPr>
          <p:cNvSpPr/>
          <p:nvPr/>
        </p:nvSpPr>
        <p:spPr>
          <a:xfrm>
            <a:off x="8986550" y="6217600"/>
            <a:ext cx="2971800" cy="971550"/>
          </a:xfrm>
          <a:prstGeom prst="roundRect">
            <a:avLst>
              <a:gd name="adj" fmla="val 7059"/>
            </a:avLst>
          </a:prstGeom>
          <a:solidFill>
            <a:srgbClr val="D9731A"/>
          </a:solidFill>
          <a:ln w="19843">
            <a:solidFill>
              <a:srgbClr val="D9731A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203" name="Sys Text 95">
            <a:extLst>
              <a:ext uri="{FF2B5EF4-FFF2-40B4-BE49-F238E27FC236}">
                <a16:creationId xmlns:a16="http://schemas.microsoft.com/office/drawing/2014/main" id="{AB040E99-350F-2CEB-F281-0F751327A1F6}"/>
              </a:ext>
            </a:extLst>
          </p:cNvPr>
          <p:cNvSpPr txBox="1"/>
          <p:nvPr/>
        </p:nvSpPr>
        <p:spPr>
          <a:xfrm>
            <a:off x="8986550" y="6309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500" dirty="0"/>
          </a:p>
        </p:txBody>
      </p:sp>
      <p:sp>
        <p:nvSpPr>
          <p:cNvPr id="205" name="Sys Text 96">
            <a:extLst>
              <a:ext uri="{FF2B5EF4-FFF2-40B4-BE49-F238E27FC236}">
                <a16:creationId xmlns:a16="http://schemas.microsoft.com/office/drawing/2014/main" id="{C56EF5BA-C7D5-5A48-8FF3-D02D8F1A411E}"/>
              </a:ext>
            </a:extLst>
          </p:cNvPr>
          <p:cNvSpPr txBox="1"/>
          <p:nvPr/>
        </p:nvSpPr>
        <p:spPr>
          <a:xfrm>
            <a:off x="8986550" y="67891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DSP48E1 MAC PEs</a:t>
            </a:r>
            <a:endParaRPr lang="en-US" sz="1500" dirty="0"/>
          </a:p>
        </p:txBody>
      </p:sp>
      <p:sp>
        <p:nvSpPr>
          <p:cNvPr id="207" name="Sys Text 97">
            <a:extLst>
              <a:ext uri="{FF2B5EF4-FFF2-40B4-BE49-F238E27FC236}">
                <a16:creationId xmlns:a16="http://schemas.microsoft.com/office/drawing/2014/main" id="{59993F36-1E81-C2CD-190F-F05A7A9CED8C}"/>
              </a:ext>
            </a:extLst>
          </p:cNvPr>
          <p:cNvSpPr txBox="1"/>
          <p:nvPr/>
        </p:nvSpPr>
        <p:spPr>
          <a:xfrm>
            <a:off x="11958350" y="6217600"/>
            <a:ext cx="3429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500" dirty="0"/>
          </a:p>
        </p:txBody>
      </p:sp>
      <p:sp>
        <p:nvSpPr>
          <p:cNvPr id="209" name="Sys Shape 98">
            <a:extLst>
              <a:ext uri="{FF2B5EF4-FFF2-40B4-BE49-F238E27FC236}">
                <a16:creationId xmlns:a16="http://schemas.microsoft.com/office/drawing/2014/main" id="{A8C554F2-B151-4125-E823-420F653C4C28}"/>
              </a:ext>
            </a:extLst>
          </p:cNvPr>
          <p:cNvSpPr/>
          <p:nvPr/>
        </p:nvSpPr>
        <p:spPr>
          <a:xfrm>
            <a:off x="12301250" y="6217600"/>
            <a:ext cx="2971800" cy="971550"/>
          </a:xfrm>
          <a:prstGeom prst="roundRect">
            <a:avLst>
              <a:gd name="adj" fmla="val 7059"/>
            </a:avLst>
          </a:prstGeom>
          <a:solidFill>
            <a:srgbClr val="2F6DB5"/>
          </a:solidFill>
          <a:ln w="19843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211" name="Sys Text 99">
            <a:extLst>
              <a:ext uri="{FF2B5EF4-FFF2-40B4-BE49-F238E27FC236}">
                <a16:creationId xmlns:a16="http://schemas.microsoft.com/office/drawing/2014/main" id="{1DFB30A8-BB96-7CF2-5198-3723AC486D4F}"/>
              </a:ext>
            </a:extLst>
          </p:cNvPr>
          <p:cNvSpPr txBox="1"/>
          <p:nvPr/>
        </p:nvSpPr>
        <p:spPr>
          <a:xfrm>
            <a:off x="12301250" y="6309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</a:t>
            </a:r>
            <a:endParaRPr lang="en-US" sz="1500" dirty="0"/>
          </a:p>
        </p:txBody>
      </p:sp>
      <p:sp>
        <p:nvSpPr>
          <p:cNvPr id="213" name="Sys Text 100">
            <a:extLst>
              <a:ext uri="{FF2B5EF4-FFF2-40B4-BE49-F238E27FC236}">
                <a16:creationId xmlns:a16="http://schemas.microsoft.com/office/drawing/2014/main" id="{157D6D01-48CC-F324-190A-BC6811CE16D8}"/>
              </a:ext>
            </a:extLst>
          </p:cNvPr>
          <p:cNvSpPr txBox="1"/>
          <p:nvPr/>
        </p:nvSpPr>
        <p:spPr>
          <a:xfrm>
            <a:off x="12301250" y="67891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 MAC PEs</a:t>
            </a:r>
            <a:endParaRPr lang="en-US" sz="1500" dirty="0"/>
          </a:p>
        </p:txBody>
      </p:sp>
      <p:sp>
        <p:nvSpPr>
          <p:cNvPr id="215" name="Sys Shape 101">
            <a:extLst>
              <a:ext uri="{FF2B5EF4-FFF2-40B4-BE49-F238E27FC236}">
                <a16:creationId xmlns:a16="http://schemas.microsoft.com/office/drawing/2014/main" id="{907CFD5F-9966-28DE-BB96-A3744E8A0196}"/>
              </a:ext>
            </a:extLst>
          </p:cNvPr>
          <p:cNvSpPr/>
          <p:nvPr/>
        </p:nvSpPr>
        <p:spPr>
          <a:xfrm>
            <a:off x="15444500" y="6217600"/>
            <a:ext cx="1005840" cy="971550"/>
          </a:xfrm>
          <a:prstGeom prst="roundRect">
            <a:avLst>
              <a:gd name="adj" fmla="val 7059"/>
            </a:avLst>
          </a:prstGeom>
          <a:solidFill>
            <a:srgbClr val="F4F6F9"/>
          </a:solidFill>
          <a:ln w="15875">
            <a:solidFill>
              <a:srgbClr val="C5CCD6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217" name="Sys Text 102">
            <a:extLst>
              <a:ext uri="{FF2B5EF4-FFF2-40B4-BE49-F238E27FC236}">
                <a16:creationId xmlns:a16="http://schemas.microsoft.com/office/drawing/2014/main" id="{B32F1B2E-DDF5-8E92-61A1-61E54ADFFFC5}"/>
              </a:ext>
            </a:extLst>
          </p:cNvPr>
          <p:cNvSpPr txBox="1"/>
          <p:nvPr/>
        </p:nvSpPr>
        <p:spPr>
          <a:xfrm>
            <a:off x="15444500" y="6217600"/>
            <a:ext cx="100584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staging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MAC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INT20 acc</a:t>
            </a:r>
            <a:endParaRPr lang="en-US" sz="1500" dirty="0"/>
          </a:p>
        </p:txBody>
      </p:sp>
      <p:sp>
        <p:nvSpPr>
          <p:cNvPr id="219" name="Sys Shape 103">
            <a:extLst>
              <a:ext uri="{FF2B5EF4-FFF2-40B4-BE49-F238E27FC236}">
                <a16:creationId xmlns:a16="http://schemas.microsoft.com/office/drawing/2014/main" id="{727E1EDC-B5B4-81A2-DE29-1B708542B6FB}"/>
              </a:ext>
            </a:extLst>
          </p:cNvPr>
          <p:cNvSpPr/>
          <p:nvPr/>
        </p:nvSpPr>
        <p:spPr>
          <a:xfrm>
            <a:off x="6414800" y="8046400"/>
            <a:ext cx="1714500" cy="9715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843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221" name="Sys Text 104">
            <a:extLst>
              <a:ext uri="{FF2B5EF4-FFF2-40B4-BE49-F238E27FC236}">
                <a16:creationId xmlns:a16="http://schemas.microsoft.com/office/drawing/2014/main" id="{AF9BF85D-9C93-94FC-C758-6255D0F98929}"/>
              </a:ext>
            </a:extLst>
          </p:cNvPr>
          <p:cNvSpPr txBox="1"/>
          <p:nvPr/>
        </p:nvSpPr>
        <p:spPr>
          <a:xfrm>
            <a:off x="6414800" y="8217850"/>
            <a:ext cx="1714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DMA 1</a:t>
            </a:r>
            <a:endParaRPr lang="en-US" sz="1500" dirty="0"/>
          </a:p>
        </p:txBody>
      </p:sp>
      <p:sp>
        <p:nvSpPr>
          <p:cNvPr id="223" name="Sys Text 105">
            <a:extLst>
              <a:ext uri="{FF2B5EF4-FFF2-40B4-BE49-F238E27FC236}">
                <a16:creationId xmlns:a16="http://schemas.microsoft.com/office/drawing/2014/main" id="{CC777D42-42CE-56CB-72AE-AA4BDDAF328B}"/>
              </a:ext>
            </a:extLst>
          </p:cNvPr>
          <p:cNvSpPr txBox="1"/>
          <p:nvPr/>
        </p:nvSpPr>
        <p:spPr>
          <a:xfrm>
            <a:off x="6414800" y="8537890"/>
            <a:ext cx="171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MM2S in / S2MM out</a:t>
            </a:r>
            <a:endParaRPr lang="en-US" sz="1500" dirty="0"/>
          </a:p>
        </p:txBody>
      </p:sp>
      <p:sp>
        <p:nvSpPr>
          <p:cNvPr id="225" name="Sys Shape 106">
            <a:extLst>
              <a:ext uri="{FF2B5EF4-FFF2-40B4-BE49-F238E27FC236}">
                <a16:creationId xmlns:a16="http://schemas.microsoft.com/office/drawing/2014/main" id="{6480D1A5-C909-DDCD-987D-CF338DA12778}"/>
              </a:ext>
            </a:extLst>
          </p:cNvPr>
          <p:cNvSpPr/>
          <p:nvPr/>
        </p:nvSpPr>
        <p:spPr>
          <a:xfrm>
            <a:off x="6186200" y="8560750"/>
            <a:ext cx="228600" cy="0"/>
          </a:xfrm>
          <a:prstGeom prst="line">
            <a:avLst/>
          </a:prstGeom>
          <a:noFill/>
          <a:ln w="23812">
            <a:solidFill>
              <a:srgbClr val="5B6B7D"/>
            </a:solidFill>
            <a:prstDash val="solid"/>
            <a:tailEnd type="triangle"/>
          </a:ln>
        </p:spPr>
        <p:txBody>
          <a:bodyPr/>
          <a:lstStyle/>
          <a:p>
            <a:endParaRPr lang="en-IN" sz="1500"/>
          </a:p>
        </p:txBody>
      </p:sp>
      <p:sp>
        <p:nvSpPr>
          <p:cNvPr id="227" name="Sys Shape 107">
            <a:extLst>
              <a:ext uri="{FF2B5EF4-FFF2-40B4-BE49-F238E27FC236}">
                <a16:creationId xmlns:a16="http://schemas.microsoft.com/office/drawing/2014/main" id="{7885D7C9-FD45-854C-BC35-1EB0BE3FC43D}"/>
              </a:ext>
            </a:extLst>
          </p:cNvPr>
          <p:cNvSpPr/>
          <p:nvPr/>
        </p:nvSpPr>
        <p:spPr>
          <a:xfrm>
            <a:off x="8129300" y="8532175"/>
            <a:ext cx="685800" cy="0"/>
          </a:xfrm>
          <a:prstGeom prst="line">
            <a:avLst/>
          </a:prstGeom>
          <a:noFill/>
          <a:ln w="23812">
            <a:solidFill>
              <a:srgbClr val="0F8B8D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IN" sz="1500"/>
          </a:p>
        </p:txBody>
      </p:sp>
      <p:sp>
        <p:nvSpPr>
          <p:cNvPr id="229" name="Sys Shape 108">
            <a:extLst>
              <a:ext uri="{FF2B5EF4-FFF2-40B4-BE49-F238E27FC236}">
                <a16:creationId xmlns:a16="http://schemas.microsoft.com/office/drawing/2014/main" id="{ACDE24D2-1823-D1CD-019C-18B1D880A20F}"/>
              </a:ext>
            </a:extLst>
          </p:cNvPr>
          <p:cNvSpPr/>
          <p:nvPr/>
        </p:nvSpPr>
        <p:spPr>
          <a:xfrm>
            <a:off x="8815100" y="7703500"/>
            <a:ext cx="7806690" cy="165735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27781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231" name="Sys Text 109">
            <a:extLst>
              <a:ext uri="{FF2B5EF4-FFF2-40B4-BE49-F238E27FC236}">
                <a16:creationId xmlns:a16="http://schemas.microsoft.com/office/drawing/2014/main" id="{FAE179A8-3918-B0FA-F5CF-700E060124AF}"/>
              </a:ext>
            </a:extLst>
          </p:cNvPr>
          <p:cNvSpPr txBox="1"/>
          <p:nvPr/>
        </p:nvSpPr>
        <p:spPr>
          <a:xfrm>
            <a:off x="8986550" y="7783510"/>
            <a:ext cx="7429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1   </a:t>
            </a:r>
            <a:r>
              <a:rPr lang="en-US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x 16 systolic mesh  |  110 + 146 = 256 PEs</a:t>
            </a:r>
            <a:endParaRPr lang="en-US" sz="1500" dirty="0"/>
          </a:p>
        </p:txBody>
      </p:sp>
      <p:sp>
        <p:nvSpPr>
          <p:cNvPr id="233" name="Sys Shape 110">
            <a:extLst>
              <a:ext uri="{FF2B5EF4-FFF2-40B4-BE49-F238E27FC236}">
                <a16:creationId xmlns:a16="http://schemas.microsoft.com/office/drawing/2014/main" id="{85773FDA-BF96-E4D7-E563-AE9342927D8D}"/>
              </a:ext>
            </a:extLst>
          </p:cNvPr>
          <p:cNvSpPr/>
          <p:nvPr/>
        </p:nvSpPr>
        <p:spPr>
          <a:xfrm>
            <a:off x="8986550" y="8217850"/>
            <a:ext cx="2971800" cy="971550"/>
          </a:xfrm>
          <a:prstGeom prst="roundRect">
            <a:avLst>
              <a:gd name="adj" fmla="val 7059"/>
            </a:avLst>
          </a:prstGeom>
          <a:solidFill>
            <a:srgbClr val="D9731A"/>
          </a:solidFill>
          <a:ln w="19843">
            <a:solidFill>
              <a:srgbClr val="D9731A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235" name="Sys Text 111">
            <a:extLst>
              <a:ext uri="{FF2B5EF4-FFF2-40B4-BE49-F238E27FC236}">
                <a16:creationId xmlns:a16="http://schemas.microsoft.com/office/drawing/2014/main" id="{FE429885-F0B0-7AB8-E98F-0CD307D0DEC6}"/>
              </a:ext>
            </a:extLst>
          </p:cNvPr>
          <p:cNvSpPr txBox="1"/>
          <p:nvPr/>
        </p:nvSpPr>
        <p:spPr>
          <a:xfrm>
            <a:off x="8986550" y="830929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500" dirty="0"/>
          </a:p>
        </p:txBody>
      </p:sp>
      <p:sp>
        <p:nvSpPr>
          <p:cNvPr id="237" name="Sys Text 112">
            <a:extLst>
              <a:ext uri="{FF2B5EF4-FFF2-40B4-BE49-F238E27FC236}">
                <a16:creationId xmlns:a16="http://schemas.microsoft.com/office/drawing/2014/main" id="{71EED89B-76CB-A34B-2BDE-FD9F971D6275}"/>
              </a:ext>
            </a:extLst>
          </p:cNvPr>
          <p:cNvSpPr txBox="1"/>
          <p:nvPr/>
        </p:nvSpPr>
        <p:spPr>
          <a:xfrm>
            <a:off x="8986550" y="878935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DSP48E1 MAC PEs</a:t>
            </a:r>
            <a:endParaRPr lang="en-US" sz="1500" dirty="0"/>
          </a:p>
        </p:txBody>
      </p:sp>
      <p:sp>
        <p:nvSpPr>
          <p:cNvPr id="239" name="Sys Text 113">
            <a:extLst>
              <a:ext uri="{FF2B5EF4-FFF2-40B4-BE49-F238E27FC236}">
                <a16:creationId xmlns:a16="http://schemas.microsoft.com/office/drawing/2014/main" id="{BB213354-8F9A-46D6-EE1A-9513EE76674F}"/>
              </a:ext>
            </a:extLst>
          </p:cNvPr>
          <p:cNvSpPr txBox="1"/>
          <p:nvPr/>
        </p:nvSpPr>
        <p:spPr>
          <a:xfrm>
            <a:off x="11958350" y="8217850"/>
            <a:ext cx="3429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500" dirty="0"/>
          </a:p>
        </p:txBody>
      </p:sp>
      <p:sp>
        <p:nvSpPr>
          <p:cNvPr id="241" name="Sys Shape 114">
            <a:extLst>
              <a:ext uri="{FF2B5EF4-FFF2-40B4-BE49-F238E27FC236}">
                <a16:creationId xmlns:a16="http://schemas.microsoft.com/office/drawing/2014/main" id="{BEE069D1-4537-3ED0-CBAD-C1C8549D12EB}"/>
              </a:ext>
            </a:extLst>
          </p:cNvPr>
          <p:cNvSpPr/>
          <p:nvPr/>
        </p:nvSpPr>
        <p:spPr>
          <a:xfrm>
            <a:off x="12301250" y="8217850"/>
            <a:ext cx="2971800" cy="971550"/>
          </a:xfrm>
          <a:prstGeom prst="roundRect">
            <a:avLst>
              <a:gd name="adj" fmla="val 7059"/>
            </a:avLst>
          </a:prstGeom>
          <a:solidFill>
            <a:srgbClr val="2F6DB5"/>
          </a:solidFill>
          <a:ln w="19843">
            <a:solidFill>
              <a:srgbClr val="2F6DB5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243" name="Sys Text 115">
            <a:extLst>
              <a:ext uri="{FF2B5EF4-FFF2-40B4-BE49-F238E27FC236}">
                <a16:creationId xmlns:a16="http://schemas.microsoft.com/office/drawing/2014/main" id="{9AA7008B-2AB9-A8AA-6624-8964C25DAB6E}"/>
              </a:ext>
            </a:extLst>
          </p:cNvPr>
          <p:cNvSpPr txBox="1"/>
          <p:nvPr/>
        </p:nvSpPr>
        <p:spPr>
          <a:xfrm>
            <a:off x="12301250" y="830929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</a:t>
            </a:r>
            <a:endParaRPr lang="en-US" sz="1500" dirty="0"/>
          </a:p>
        </p:txBody>
      </p:sp>
      <p:sp>
        <p:nvSpPr>
          <p:cNvPr id="245" name="Sys Text 116">
            <a:extLst>
              <a:ext uri="{FF2B5EF4-FFF2-40B4-BE49-F238E27FC236}">
                <a16:creationId xmlns:a16="http://schemas.microsoft.com/office/drawing/2014/main" id="{8FC15249-ED03-6164-EA40-79157D910771}"/>
              </a:ext>
            </a:extLst>
          </p:cNvPr>
          <p:cNvSpPr txBox="1"/>
          <p:nvPr/>
        </p:nvSpPr>
        <p:spPr>
          <a:xfrm>
            <a:off x="12301250" y="878935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 MAC PEs</a:t>
            </a:r>
            <a:endParaRPr lang="en-US" sz="1500" dirty="0"/>
          </a:p>
        </p:txBody>
      </p:sp>
      <p:sp>
        <p:nvSpPr>
          <p:cNvPr id="247" name="Sys Shape 117">
            <a:extLst>
              <a:ext uri="{FF2B5EF4-FFF2-40B4-BE49-F238E27FC236}">
                <a16:creationId xmlns:a16="http://schemas.microsoft.com/office/drawing/2014/main" id="{78847212-4ECD-13BC-42FC-8BD4C55846F2}"/>
              </a:ext>
            </a:extLst>
          </p:cNvPr>
          <p:cNvSpPr/>
          <p:nvPr/>
        </p:nvSpPr>
        <p:spPr>
          <a:xfrm>
            <a:off x="15444500" y="8217850"/>
            <a:ext cx="1005840" cy="971550"/>
          </a:xfrm>
          <a:prstGeom prst="roundRect">
            <a:avLst>
              <a:gd name="adj" fmla="val 7059"/>
            </a:avLst>
          </a:prstGeom>
          <a:solidFill>
            <a:srgbClr val="F4F6F9"/>
          </a:solidFill>
          <a:ln w="15875">
            <a:solidFill>
              <a:srgbClr val="C5CCD6"/>
            </a:solidFill>
            <a:prstDash val="solid"/>
          </a:ln>
        </p:spPr>
        <p:txBody>
          <a:bodyPr/>
          <a:lstStyle/>
          <a:p>
            <a:endParaRPr lang="en-IN" sz="1500"/>
          </a:p>
        </p:txBody>
      </p:sp>
      <p:sp>
        <p:nvSpPr>
          <p:cNvPr id="249" name="Sys Text 118">
            <a:extLst>
              <a:ext uri="{FF2B5EF4-FFF2-40B4-BE49-F238E27FC236}">
                <a16:creationId xmlns:a16="http://schemas.microsoft.com/office/drawing/2014/main" id="{FB01500C-12F1-BB19-3CDF-5EC187FCDF1D}"/>
              </a:ext>
            </a:extLst>
          </p:cNvPr>
          <p:cNvSpPr txBox="1"/>
          <p:nvPr/>
        </p:nvSpPr>
        <p:spPr>
          <a:xfrm>
            <a:off x="15444500" y="8217850"/>
            <a:ext cx="100584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staging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MAC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INT20 acc</a:t>
            </a:r>
            <a:endParaRPr lang="en-US" sz="1500" dirty="0"/>
          </a:p>
        </p:txBody>
      </p:sp>
      <p:sp>
        <p:nvSpPr>
          <p:cNvPr id="251" name="Sys Text 119">
            <a:extLst>
              <a:ext uri="{FF2B5EF4-FFF2-40B4-BE49-F238E27FC236}">
                <a16:creationId xmlns:a16="http://schemas.microsoft.com/office/drawing/2014/main" id="{84D3503A-97A3-1C3C-1DFE-727834AB5BD3}"/>
              </a:ext>
            </a:extLst>
          </p:cNvPr>
          <p:cNvSpPr txBox="1"/>
          <p:nvPr/>
        </p:nvSpPr>
        <p:spPr>
          <a:xfrm>
            <a:off x="6431945" y="9457188"/>
            <a:ext cx="1020699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across both engines: 220 / 220 DSP48E1  |  292 LUT-based 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038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86903EF-DA48-46F7-879F-F40C296115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59" b="-925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E51E89C-8DDE-4B74-A13A-1C930E8E41A5}"/>
              </a:ext>
            </a:extLst>
          </p:cNvPr>
          <p:cNvSpPr>
            <a:spLocks noGrp="1"/>
          </p:cNvSpPr>
          <p:nvPr/>
        </p:nvSpPr>
        <p:spPr>
          <a:xfrm>
            <a:off x="1143000" y="1443704"/>
            <a:ext cx="16002000" cy="128016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  <a:buNone/>
            </a:pPr>
            <a:r>
              <a:rPr sz="7200" b="1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</a:rPr>
              <a:t>Innovation, Novelty &amp; Value Addition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9E19C68-13DD-4754-9F79-CFA58F61E307}"/>
              </a:ext>
            </a:extLst>
          </p:cNvPr>
          <p:cNvSpPr>
            <a:spLocks noGrp="1"/>
          </p:cNvSpPr>
          <p:nvPr/>
        </p:nvSpPr>
        <p:spPr>
          <a:xfrm flipH="1">
            <a:off x="0" y="0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BE6C85E-DC5F-4DE4-91F1-2225D22724F9}"/>
              </a:ext>
            </a:extLst>
          </p:cNvPr>
          <p:cNvSpPr>
            <a:spLocks noGrp="1"/>
          </p:cNvSpPr>
          <p:nvPr/>
        </p:nvSpPr>
        <p:spPr>
          <a:xfrm>
            <a:off x="0" y="7822757"/>
            <a:ext cx="2464243" cy="2464243"/>
          </a:xfrm>
          <a:custGeom>
            <a:avLst/>
            <a:gdLst/>
            <a:ahLst/>
            <a:cxnLst/>
            <a:rect l="l" t="t" r="r" b="b"/>
            <a:pathLst>
              <a:path w="2464243" h="2464243">
                <a:moveTo>
                  <a:pt x="0" y="0"/>
                </a:moveTo>
                <a:lnTo>
                  <a:pt x="2464243" y="0"/>
                </a:lnTo>
                <a:lnTo>
                  <a:pt x="2464243" y="2464243"/>
                </a:lnTo>
                <a:lnTo>
                  <a:pt x="0" y="24642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898BD96-0F39-4A31-98A0-4B4F699D47EA}"/>
              </a:ext>
            </a:extLst>
          </p:cNvPr>
          <p:cNvSpPr>
            <a:spLocks noGrp="1"/>
          </p:cNvSpPr>
          <p:nvPr/>
        </p:nvSpPr>
        <p:spPr>
          <a:xfrm flipH="1">
            <a:off x="15823757" y="7822757"/>
            <a:ext cx="2464243" cy="2464243"/>
          </a:xfrm>
          <a:custGeom>
            <a:avLst/>
            <a:gdLst/>
            <a:ahLst/>
            <a:cxnLst/>
            <a:rect l="l" t="t" r="r" b="b"/>
            <a:pathLst>
              <a:path w="2464243" h="2464243">
                <a:moveTo>
                  <a:pt x="2464243" y="0"/>
                </a:moveTo>
                <a:lnTo>
                  <a:pt x="0" y="0"/>
                </a:lnTo>
                <a:lnTo>
                  <a:pt x="0" y="2464243"/>
                </a:lnTo>
                <a:lnTo>
                  <a:pt x="2464243" y="2464243"/>
                </a:lnTo>
                <a:lnTo>
                  <a:pt x="246424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8D63FBE-AB12-4708-87B8-31941EFCA1E4}"/>
              </a:ext>
            </a:extLst>
          </p:cNvPr>
          <p:cNvSpPr>
            <a:spLocks noGrp="1"/>
          </p:cNvSpPr>
          <p:nvPr/>
        </p:nvSpPr>
        <p:spPr>
          <a:xfrm>
            <a:off x="14158372" y="0"/>
            <a:ext cx="3953565" cy="1317031"/>
          </a:xfrm>
          <a:custGeom>
            <a:avLst/>
            <a:gdLst/>
            <a:ahLst/>
            <a:cxnLst/>
            <a:rect l="l" t="t" r="r" b="b"/>
            <a:pathLst>
              <a:path w="3953565" h="1317031">
                <a:moveTo>
                  <a:pt x="0" y="0"/>
                </a:moveTo>
                <a:lnTo>
                  <a:pt x="3953565" y="0"/>
                </a:lnTo>
                <a:lnTo>
                  <a:pt x="3953565" y="1317031"/>
                </a:lnTo>
                <a:lnTo>
                  <a:pt x="0" y="13170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Project text 41">
            <a:extLst>
              <a:ext uri="{FF2B5EF4-FFF2-40B4-BE49-F238E27FC236}">
                <a16:creationId xmlns:a16="http://schemas.microsoft.com/office/drawing/2014/main" id="{61FDEF09-7CEA-4BD9-A38D-2A240DE7B20C}"/>
              </a:ext>
            </a:extLst>
          </p:cNvPr>
          <p:cNvSpPr>
            <a:spLocks noGrp="1"/>
          </p:cNvSpPr>
          <p:nvPr/>
        </p:nvSpPr>
        <p:spPr>
          <a:xfrm>
            <a:off x="2286000" y="3238500"/>
            <a:ext cx="6286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124E8C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24E8C"/>
                </a:solidFill>
                <a:latin typeface="Calibri"/>
                <a:ea typeface="Calibri"/>
                <a:cs typeface="Calibri"/>
              </a:rPr>
              <a:t>Workload adaptation</a:t>
            </a:r>
          </a:p>
        </p:txBody>
      </p:sp>
      <p:sp>
        <p:nvSpPr>
          <p:cNvPr id="9" name="Project text 42">
            <a:extLst>
              <a:ext uri="{FF2B5EF4-FFF2-40B4-BE49-F238E27FC236}">
                <a16:creationId xmlns:a16="http://schemas.microsoft.com/office/drawing/2014/main" id="{ECF212EF-AB61-4717-A2A8-B5247F603C34}"/>
              </a:ext>
            </a:extLst>
          </p:cNvPr>
          <p:cNvSpPr>
            <a:spLocks noGrp="1"/>
          </p:cNvSpPr>
          <p:nvPr/>
        </p:nvSpPr>
        <p:spPr>
          <a:xfrm>
            <a:off x="2286000" y="3829050"/>
            <a:ext cx="62865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625" b="0">
                <a:solidFill>
                  <a:srgbClr val="21374B"/>
                </a:solidFill>
                <a:latin typeface="Calibri"/>
                <a:ea typeface="Calibri"/>
                <a:cs typeface="Calibri"/>
              </a:defRPr>
            </a:pPr>
            <a:r>
              <a:rPr sz="2625" b="0">
                <a:solidFill>
                  <a:srgbClr val="21374B"/>
                </a:solidFill>
                <a:latin typeface="Calibri"/>
                <a:ea typeface="Calibri"/>
                <a:cs typeface="Calibri"/>
              </a:rPr>
              <a:t>Runtime dimensions and active masks support small or irregular layers. Host tiling keeps the same hardware for larger GEMMs.</a:t>
            </a:r>
          </a:p>
        </p:txBody>
      </p:sp>
      <p:sp>
        <p:nvSpPr>
          <p:cNvPr id="10" name="Project text 43">
            <a:extLst>
              <a:ext uri="{FF2B5EF4-FFF2-40B4-BE49-F238E27FC236}">
                <a16:creationId xmlns:a16="http://schemas.microsoft.com/office/drawing/2014/main" id="{7C2BB693-C5C2-466C-A0D3-8520253289BC}"/>
              </a:ext>
            </a:extLst>
          </p:cNvPr>
          <p:cNvSpPr>
            <a:spLocks noGrp="1"/>
          </p:cNvSpPr>
          <p:nvPr/>
        </p:nvSpPr>
        <p:spPr>
          <a:xfrm>
            <a:off x="9715500" y="3238500"/>
            <a:ext cx="6286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124E8C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24E8C"/>
                </a:solidFill>
                <a:latin typeface="Calibri"/>
                <a:ea typeface="Calibri"/>
                <a:cs typeface="Calibri"/>
              </a:rPr>
              <a:t>Balanced compute</a:t>
            </a:r>
          </a:p>
        </p:txBody>
      </p:sp>
      <p:sp>
        <p:nvSpPr>
          <p:cNvPr id="11" name="Project text 44">
            <a:extLst>
              <a:ext uri="{FF2B5EF4-FFF2-40B4-BE49-F238E27FC236}">
                <a16:creationId xmlns:a16="http://schemas.microsoft.com/office/drawing/2014/main" id="{1AC7BFE9-E6B7-4EBC-BE1F-8FCC0683F051}"/>
              </a:ext>
            </a:extLst>
          </p:cNvPr>
          <p:cNvSpPr>
            <a:spLocks noGrp="1"/>
          </p:cNvSpPr>
          <p:nvPr/>
        </p:nvSpPr>
        <p:spPr>
          <a:xfrm>
            <a:off x="9715500" y="3829050"/>
            <a:ext cx="62865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625" b="0">
                <a:solidFill>
                  <a:srgbClr val="21374B"/>
                </a:solidFill>
                <a:latin typeface="Calibri"/>
                <a:ea typeface="Calibri"/>
                <a:cs typeface="Calibri"/>
              </a:defRPr>
            </a:pPr>
            <a:r>
              <a:rPr sz="2625" b="0">
                <a:solidFill>
                  <a:srgbClr val="21374B"/>
                </a:solidFill>
                <a:latin typeface="Calibri"/>
                <a:ea typeface="Calibri"/>
                <a:cs typeface="Calibri"/>
              </a:rPr>
              <a:t>110 DSP MACs in each engine plus 146 LUT MACs retain all 512 physical lanes with a symmetric allocation.</a:t>
            </a:r>
          </a:p>
        </p:txBody>
      </p:sp>
      <p:sp>
        <p:nvSpPr>
          <p:cNvPr id="12" name="Project text 45">
            <a:extLst>
              <a:ext uri="{FF2B5EF4-FFF2-40B4-BE49-F238E27FC236}">
                <a16:creationId xmlns:a16="http://schemas.microsoft.com/office/drawing/2014/main" id="{E53B52F1-C34C-473E-B686-7D6A2311ACC7}"/>
              </a:ext>
            </a:extLst>
          </p:cNvPr>
          <p:cNvSpPr>
            <a:spLocks noGrp="1"/>
          </p:cNvSpPr>
          <p:nvPr/>
        </p:nvSpPr>
        <p:spPr>
          <a:xfrm>
            <a:off x="2286000" y="5715000"/>
            <a:ext cx="6286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124E8C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24E8C"/>
                </a:solidFill>
                <a:latin typeface="Calibri"/>
                <a:ea typeface="Calibri"/>
                <a:cs typeface="Calibri"/>
              </a:rPr>
              <a:t>Useful on-chip storage</a:t>
            </a:r>
          </a:p>
        </p:txBody>
      </p:sp>
      <p:sp>
        <p:nvSpPr>
          <p:cNvPr id="13" name="Project text 46">
            <a:extLst>
              <a:ext uri="{FF2B5EF4-FFF2-40B4-BE49-F238E27FC236}">
                <a16:creationId xmlns:a16="http://schemas.microsoft.com/office/drawing/2014/main" id="{24022BAC-CFEF-422C-AB30-9C4AA1C2D8DE}"/>
              </a:ext>
            </a:extLst>
          </p:cNvPr>
          <p:cNvSpPr>
            <a:spLocks noGrp="1"/>
          </p:cNvSpPr>
          <p:nvPr/>
        </p:nvSpPr>
        <p:spPr>
          <a:xfrm>
            <a:off x="2286000" y="6305550"/>
            <a:ext cx="62865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625" b="0">
                <a:solidFill>
                  <a:srgbClr val="21374B"/>
                </a:solidFill>
                <a:latin typeface="Calibri"/>
                <a:ea typeface="Calibri"/>
                <a:cs typeface="Calibri"/>
              </a:defRPr>
            </a:pPr>
            <a:r>
              <a:rPr sz="2625" b="0">
                <a:solidFill>
                  <a:srgbClr val="21374B"/>
                </a:solidFill>
                <a:latin typeface="Calibri"/>
                <a:ea typeface="Calibri"/>
                <a:cs typeface="Calibri"/>
              </a:rPr>
              <a:t>Two-port input banks map to BRAM. Row-enabled result reads and an elastic stream queue handle backpressure.</a:t>
            </a:r>
          </a:p>
        </p:txBody>
      </p:sp>
      <p:sp>
        <p:nvSpPr>
          <p:cNvPr id="14" name="Project text 47">
            <a:extLst>
              <a:ext uri="{FF2B5EF4-FFF2-40B4-BE49-F238E27FC236}">
                <a16:creationId xmlns:a16="http://schemas.microsoft.com/office/drawing/2014/main" id="{32E8712F-AC98-4F6D-8314-9C5936FDDFAD}"/>
              </a:ext>
            </a:extLst>
          </p:cNvPr>
          <p:cNvSpPr>
            <a:spLocks noGrp="1"/>
          </p:cNvSpPr>
          <p:nvPr/>
        </p:nvSpPr>
        <p:spPr>
          <a:xfrm>
            <a:off x="9715500" y="5715000"/>
            <a:ext cx="6286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124E8C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24E8C"/>
                </a:solidFill>
                <a:latin typeface="Calibri"/>
                <a:ea typeface="Calibri"/>
                <a:cs typeface="Calibri"/>
              </a:rPr>
              <a:t>Measured implementation progress</a:t>
            </a:r>
          </a:p>
        </p:txBody>
      </p:sp>
      <p:sp>
        <p:nvSpPr>
          <p:cNvPr id="15" name="Project text 48">
            <a:extLst>
              <a:ext uri="{FF2B5EF4-FFF2-40B4-BE49-F238E27FC236}">
                <a16:creationId xmlns:a16="http://schemas.microsoft.com/office/drawing/2014/main" id="{796FC027-0768-4EB7-A198-484FAA8D4577}"/>
              </a:ext>
            </a:extLst>
          </p:cNvPr>
          <p:cNvSpPr>
            <a:spLocks noGrp="1"/>
          </p:cNvSpPr>
          <p:nvPr/>
        </p:nvSpPr>
        <p:spPr>
          <a:xfrm>
            <a:off x="9715500" y="6305550"/>
            <a:ext cx="62865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625" b="0">
                <a:solidFill>
                  <a:srgbClr val="21374B"/>
                </a:solidFill>
                <a:latin typeface="Calibri"/>
                <a:ea typeface="Calibri"/>
                <a:cs typeface="Calibri"/>
              </a:defRPr>
            </a:pPr>
            <a:r>
              <a:rPr sz="2625" b="0" dirty="0">
                <a:solidFill>
                  <a:srgbClr val="21374B"/>
                </a:solidFill>
                <a:latin typeface="Calibri"/>
                <a:ea typeface="Calibri"/>
                <a:cs typeface="Calibri"/>
              </a:rPr>
              <a:t>Updated accelerator-only synthesis uses 3</a:t>
            </a:r>
            <a:r>
              <a:rPr lang="en-IN" sz="2625" b="0" dirty="0">
                <a:solidFill>
                  <a:srgbClr val="21374B"/>
                </a:solidFill>
                <a:latin typeface="Calibri"/>
                <a:ea typeface="Calibri"/>
                <a:cs typeface="Calibri"/>
              </a:rPr>
              <a:t>8</a:t>
            </a:r>
            <a:r>
              <a:rPr sz="2625" b="0" dirty="0">
                <a:solidFill>
                  <a:srgbClr val="21374B"/>
                </a:solidFill>
                <a:latin typeface="Calibri"/>
                <a:ea typeface="Calibri"/>
                <a:cs typeface="Calibri"/>
              </a:rPr>
              <a:t>,</a:t>
            </a:r>
            <a:r>
              <a:rPr lang="en-IN" sz="2625" b="0" dirty="0">
                <a:solidFill>
                  <a:srgbClr val="21374B"/>
                </a:solidFill>
                <a:latin typeface="Calibri"/>
                <a:ea typeface="Calibri"/>
                <a:cs typeface="Calibri"/>
              </a:rPr>
              <a:t>765</a:t>
            </a:r>
            <a:r>
              <a:rPr sz="2625" b="0" dirty="0">
                <a:solidFill>
                  <a:srgbClr val="21374B"/>
                </a:solidFill>
                <a:latin typeface="Calibri"/>
                <a:ea typeface="Calibri"/>
                <a:cs typeface="Calibri"/>
              </a:rPr>
              <a:t> LUTs versus </a:t>
            </a:r>
            <a:r>
              <a:rPr lang="en-IN" sz="2625" dirty="0">
                <a:solidFill>
                  <a:srgbClr val="21374B"/>
                </a:solidFill>
                <a:latin typeface="Calibri"/>
                <a:ea typeface="Calibri"/>
                <a:cs typeface="Calibri"/>
              </a:rPr>
              <a:t>53,200</a:t>
            </a:r>
            <a:r>
              <a:rPr sz="2625" b="0" dirty="0">
                <a:solidFill>
                  <a:srgbClr val="21374B"/>
                </a:solidFill>
                <a:latin typeface="Calibri"/>
                <a:ea typeface="Calibri"/>
                <a:cs typeface="Calibri"/>
              </a:rPr>
              <a:t> in the preserved baseline: </a:t>
            </a:r>
            <a:r>
              <a:rPr lang="en-IN" sz="2625" dirty="0">
                <a:solidFill>
                  <a:srgbClr val="21374B"/>
                </a:solidFill>
                <a:latin typeface="Calibri"/>
                <a:ea typeface="Calibri"/>
                <a:cs typeface="Calibri"/>
              </a:rPr>
              <a:t>27.14</a:t>
            </a:r>
            <a:r>
              <a:rPr sz="2625" b="0" dirty="0">
                <a:solidFill>
                  <a:srgbClr val="21374B"/>
                </a:solidFill>
                <a:latin typeface="Calibri"/>
                <a:ea typeface="Calibri"/>
                <a:cs typeface="Calibri"/>
              </a:rPr>
              <a:t>% fewer LUTs.</a:t>
            </a:r>
          </a:p>
        </p:txBody>
      </p:sp>
      <p:graphicFrame>
        <p:nvGraphicFramePr>
          <p:cNvPr id="32" name="Table 31"/>
          <p:cNvGraphicFramePr/>
          <p:nvPr>
            <p:extLst>
              <p:ext uri="{D42A27DB-BD31-4B8C-83A1-F6EECF244321}">
                <p14:modId xmlns:p14="http://schemas.microsoft.com/office/powerpoint/2010/main" val="3032692929"/>
              </p:ext>
            </p:extLst>
          </p:nvPr>
        </p:nvGraphicFramePr>
        <p:xfrm>
          <a:off x="2286000" y="8039100"/>
          <a:ext cx="13716000" cy="1285876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Routed LUTs</a:t>
                      </a:r>
                    </a:p>
                  </a:txBody>
                  <a:tcPr anchor="ctr">
                    <a:solidFill>
                      <a:srgbClr val="124E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Routed FFs</a:t>
                      </a:r>
                    </a:p>
                  </a:txBody>
                  <a:tcPr anchor="ctr">
                    <a:solidFill>
                      <a:srgbClr val="124E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DSP48E1</a:t>
                      </a:r>
                    </a:p>
                  </a:txBody>
                  <a:tcPr anchor="ctr">
                    <a:solidFill>
                      <a:srgbClr val="124E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BRAM36 equivalents</a:t>
                      </a:r>
                    </a:p>
                  </a:txBody>
                  <a:tcPr anchor="ctr">
                    <a:solidFill>
                      <a:srgbClr val="12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pPr algn="l"/>
                      <a:r>
                        <a:rPr sz="2250" b="0" dirty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r>
                        <a:rPr lang="en-IN" sz="2250" b="0" dirty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8,765</a:t>
                      </a:r>
                      <a:r>
                        <a:rPr sz="2250" b="0" dirty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 / </a:t>
                      </a:r>
                      <a:r>
                        <a:rPr lang="en-IN" sz="2250" b="0" dirty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72.86  </a:t>
                      </a:r>
                      <a:r>
                        <a:rPr sz="2250" b="0" dirty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0" dirty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33,</a:t>
                      </a:r>
                      <a:r>
                        <a:rPr lang="en-IN" sz="2250" b="0" dirty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325</a:t>
                      </a:r>
                      <a:r>
                        <a:rPr sz="2250" b="0" dirty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 / 31</a:t>
                      </a:r>
                      <a:r>
                        <a:rPr lang="en-IN" sz="2250" b="0" dirty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.32</a:t>
                      </a:r>
                      <a:r>
                        <a:rPr sz="2250" b="0" dirty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0" dirty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220 / 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250" b="0" dirty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18</a:t>
                      </a:r>
                      <a:r>
                        <a:rPr sz="2250" b="0" dirty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 / 1</a:t>
                      </a:r>
                      <a:r>
                        <a:rPr lang="en-IN" sz="2250" b="0" dirty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2.85</a:t>
                      </a:r>
                      <a:r>
                        <a:rPr sz="2250" b="0" dirty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Project text 49">
            <a:extLst>
              <a:ext uri="{FF2B5EF4-FFF2-40B4-BE49-F238E27FC236}">
                <a16:creationId xmlns:a16="http://schemas.microsoft.com/office/drawing/2014/main" id="{0500CB81-E75C-4276-8561-E74BA589DE80}"/>
              </a:ext>
            </a:extLst>
          </p:cNvPr>
          <p:cNvSpPr>
            <a:spLocks noGrp="1"/>
          </p:cNvSpPr>
          <p:nvPr/>
        </p:nvSpPr>
        <p:spPr>
          <a:xfrm>
            <a:off x="2286000" y="9525000"/>
            <a:ext cx="1381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4E6578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4E6578"/>
                </a:solidFill>
                <a:latin typeface="Calibri"/>
                <a:ea typeface="Calibri"/>
                <a:cs typeface="Calibri"/>
              </a:rPr>
              <a:t>Full-board candidate: 12,043 / 13,300 slices (90.55%); the &lt;75% slice objective remains unmet.</a:t>
            </a:r>
          </a:p>
        </p:txBody>
      </p:sp>
    </p:spTree>
    <p:extLst>
      <p:ext uri="{BB962C8B-B14F-4D97-AF65-F5344CB8AC3E}">
        <p14:creationId xmlns:p14="http://schemas.microsoft.com/office/powerpoint/2010/main" val="1542709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D152E1A-FEC1-4620-8A6B-997EB4005BA6}"/>
              </a:ext>
            </a:extLst>
          </p:cNvPr>
          <p:cNvSpPr>
            <a:spLocks noGrp="1"/>
          </p:cNvSpPr>
          <p:nvPr/>
        </p:nvSpPr>
        <p:spPr>
          <a:xfrm>
            <a:off x="0" y="1249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59" b="-925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90A40BE-E6B5-4295-8B1D-7CB6594EA517}"/>
              </a:ext>
            </a:extLst>
          </p:cNvPr>
          <p:cNvSpPr>
            <a:spLocks noGrp="1"/>
          </p:cNvSpPr>
          <p:nvPr/>
        </p:nvSpPr>
        <p:spPr>
          <a:xfrm>
            <a:off x="12494" y="0"/>
            <a:ext cx="2032411" cy="2032411"/>
          </a:xfrm>
          <a:custGeom>
            <a:avLst/>
            <a:gdLst/>
            <a:ahLst/>
            <a:cxnLst/>
            <a:rect l="l" t="t" r="r" b="b"/>
            <a:pathLst>
              <a:path w="2032411" h="2032411">
                <a:moveTo>
                  <a:pt x="0" y="0"/>
                </a:moveTo>
                <a:lnTo>
                  <a:pt x="2032412" y="0"/>
                </a:lnTo>
                <a:lnTo>
                  <a:pt x="2032412" y="2032411"/>
                </a:lnTo>
                <a:lnTo>
                  <a:pt x="0" y="20324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1CDF55D-ECC9-4D22-BDA0-E383C23B91AF}"/>
              </a:ext>
            </a:extLst>
          </p:cNvPr>
          <p:cNvSpPr>
            <a:spLocks noGrp="1"/>
          </p:cNvSpPr>
          <p:nvPr/>
        </p:nvSpPr>
        <p:spPr>
          <a:xfrm flipH="1" flipV="1">
            <a:off x="16243094" y="8242094"/>
            <a:ext cx="2032411" cy="2032411"/>
          </a:xfrm>
          <a:custGeom>
            <a:avLst/>
            <a:gdLst/>
            <a:ahLst/>
            <a:cxnLst/>
            <a:rect l="l" t="t" r="r" b="b"/>
            <a:pathLst>
              <a:path w="2032411" h="2032411">
                <a:moveTo>
                  <a:pt x="2032412" y="2032412"/>
                </a:moveTo>
                <a:lnTo>
                  <a:pt x="0" y="2032412"/>
                </a:lnTo>
                <a:lnTo>
                  <a:pt x="0" y="0"/>
                </a:lnTo>
                <a:lnTo>
                  <a:pt x="2032412" y="0"/>
                </a:lnTo>
                <a:lnTo>
                  <a:pt x="2032412" y="203241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5CAE7AC-3664-40DB-9D53-3A109FE5CF26}"/>
              </a:ext>
            </a:extLst>
          </p:cNvPr>
          <p:cNvSpPr>
            <a:spLocks noGrp="1"/>
          </p:cNvSpPr>
          <p:nvPr/>
        </p:nvSpPr>
        <p:spPr>
          <a:xfrm>
            <a:off x="14334435" y="182355"/>
            <a:ext cx="3953565" cy="1317031"/>
          </a:xfrm>
          <a:custGeom>
            <a:avLst/>
            <a:gdLst/>
            <a:ahLst/>
            <a:cxnLst/>
            <a:rect l="l" t="t" r="r" b="b"/>
            <a:pathLst>
              <a:path w="3953565" h="1317031">
                <a:moveTo>
                  <a:pt x="0" y="0"/>
                </a:moveTo>
                <a:lnTo>
                  <a:pt x="3953565" y="0"/>
                </a:lnTo>
                <a:lnTo>
                  <a:pt x="3953565" y="1317031"/>
                </a:lnTo>
                <a:lnTo>
                  <a:pt x="0" y="13170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BFD9206E-3965-5391-C7FA-A76B844F3213}"/>
              </a:ext>
            </a:extLst>
          </p:cNvPr>
          <p:cNvSpPr>
            <a:spLocks noGrp="1"/>
          </p:cNvSpPr>
          <p:nvPr/>
        </p:nvSpPr>
        <p:spPr>
          <a:xfrm>
            <a:off x="1882673" y="298456"/>
            <a:ext cx="6426364" cy="11445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  <a:buNone/>
            </a:pPr>
            <a:r>
              <a:rPr sz="45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</a:rPr>
              <a:t>Software &amp; Test Results</a:t>
            </a: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B2BF82A3-26E8-509A-E4C8-E19AB87814CE}"/>
              </a:ext>
            </a:extLst>
          </p:cNvPr>
          <p:cNvSpPr>
            <a:spLocks noGrp="1"/>
          </p:cNvSpPr>
          <p:nvPr/>
        </p:nvSpPr>
        <p:spPr>
          <a:xfrm>
            <a:off x="12494" y="0"/>
            <a:ext cx="1494485" cy="1741456"/>
          </a:xfrm>
          <a:custGeom>
            <a:avLst/>
            <a:gdLst/>
            <a:ahLst/>
            <a:cxnLst/>
            <a:rect l="l" t="t" r="r" b="b"/>
            <a:pathLst>
              <a:path w="1494485" h="1741456">
                <a:moveTo>
                  <a:pt x="0" y="0"/>
                </a:moveTo>
                <a:lnTo>
                  <a:pt x="1494486" y="0"/>
                </a:lnTo>
                <a:lnTo>
                  <a:pt x="1494486" y="1741455"/>
                </a:lnTo>
                <a:lnTo>
                  <a:pt x="0" y="17414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7630E889-06E2-A845-AD36-B46363CD57C3}"/>
              </a:ext>
            </a:extLst>
          </p:cNvPr>
          <p:cNvSpPr>
            <a:spLocks noGrp="1"/>
          </p:cNvSpPr>
          <p:nvPr/>
        </p:nvSpPr>
        <p:spPr>
          <a:xfrm>
            <a:off x="16707167" y="8545544"/>
            <a:ext cx="1494485" cy="1741456"/>
          </a:xfrm>
          <a:custGeom>
            <a:avLst/>
            <a:gdLst/>
            <a:ahLst/>
            <a:cxnLst/>
            <a:rect l="l" t="t" r="r" b="b"/>
            <a:pathLst>
              <a:path w="1494485" h="1741456">
                <a:moveTo>
                  <a:pt x="0" y="0"/>
                </a:moveTo>
                <a:lnTo>
                  <a:pt x="1494485" y="0"/>
                </a:lnTo>
                <a:lnTo>
                  <a:pt x="1494485" y="1741456"/>
                </a:lnTo>
                <a:lnTo>
                  <a:pt x="0" y="1741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20" name="Test results table">
            <a:extLst>
              <a:ext uri="{FF2B5EF4-FFF2-40B4-BE49-F238E27FC236}">
                <a16:creationId xmlns:a16="http://schemas.microsoft.com/office/drawing/2014/main" id="{7540B462-9768-AFB8-9211-AA529F2031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536728"/>
              </p:ext>
            </p:extLst>
          </p:nvPr>
        </p:nvGraphicFramePr>
        <p:xfrm>
          <a:off x="2057399" y="1600972"/>
          <a:ext cx="10600000" cy="3542528"/>
        </p:xfrm>
        <a:graphic>
          <a:graphicData uri="http://schemas.openxmlformats.org/drawingml/2006/table">
            <a:tbl>
              <a:tblPr/>
              <a:tblGrid>
                <a:gridCol w="3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2816"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Test case</a:t>
                      </a:r>
                    </a:p>
                  </a:txBody>
                  <a:tcPr anchor="ctr">
                    <a:solidFill>
                      <a:srgbClr val="12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Size</a:t>
                      </a:r>
                    </a:p>
                  </a:txBody>
                  <a:tcPr anchor="ctr">
                    <a:solidFill>
                      <a:srgbClr val="124E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Output vector y</a:t>
                      </a:r>
                    </a:p>
                  </a:txBody>
                  <a:tcPr anchor="ctr">
                    <a:solidFill>
                      <a:srgbClr val="12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anchor="ctr">
                    <a:solidFill>
                      <a:srgbClr val="12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816">
                <a:tc>
                  <a:txBody>
                    <a:bodyPr/>
                    <a:lstStyle/>
                    <a:p>
                      <a:pPr algn="l"/>
                      <a:r>
                        <a:rPr lang="en-US" sz="2000" b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identity_4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4×4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[3, -1, 4, 2]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</a:rPr>
                        <a:t>✔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816">
                <a:tc>
                  <a:txBody>
                    <a:bodyPr/>
                    <a:lstStyle/>
                    <a:p>
                      <a:pPr algn="l"/>
                      <a:r>
                        <a:rPr lang="en-US" sz="2000" b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zero_4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4×4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[0, 0, 0, 0]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</a:rPr>
                        <a:t>✔ PASS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816">
                <a:tc>
                  <a:txBody>
                    <a:bodyPr/>
                    <a:lstStyle/>
                    <a:p>
                      <a:pPr algn="l"/>
                      <a:r>
                        <a:rPr lang="en-US" sz="2000" b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negative_4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4×4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[10, 18, 26, 34]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</a:rPr>
                        <a:t>✔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816">
                <a:tc>
                  <a:txBody>
                    <a:bodyPr/>
                    <a:lstStyle/>
                    <a:p>
                      <a:pPr algn="l"/>
                      <a:r>
                        <a:rPr lang="en-US" sz="2000" b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random_4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4×4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[33, 11, 51, 19]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</a:rPr>
                        <a:t>✔ PASS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816">
                <a:tc>
                  <a:txBody>
                    <a:bodyPr/>
                    <a:lstStyle/>
                    <a:p>
                      <a:pPr algn="l"/>
                      <a:r>
                        <a:rPr lang="en-US" sz="2000" b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random_8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8×8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[-33, -2, -5, -111, 83, 46, 34, -64]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</a:rPr>
                        <a:t>✔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816">
                <a:tc>
                  <a:txBody>
                    <a:bodyPr/>
                    <a:lstStyle/>
                    <a:p>
                      <a:pPr algn="l"/>
                      <a:r>
                        <a:rPr lang="en-US" sz="2000" b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random_16_scalability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16×16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[-14, -28, 96, … 218 … -40]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</a:rPr>
                        <a:t>✔ PASS</a:t>
                      </a:r>
                    </a:p>
                  </a:txBody>
                  <a:tcPr anchor="ctr"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816">
                <a:tc>
                  <a:txBody>
                    <a:bodyPr/>
                    <a:lstStyle/>
                    <a:p>
                      <a:pPr algn="l"/>
                      <a:r>
                        <a:rPr lang="en-US" sz="2000" b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max_values_4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4×4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>
                          <a:solidFill>
                            <a:srgbClr val="21374B"/>
                          </a:solidFill>
                          <a:latin typeface="Calibri"/>
                          <a:ea typeface="Calibri"/>
                          <a:cs typeface="Calibri"/>
                        </a:rPr>
                        <a:t>[64516, 64516, 64516, 64516]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</a:rPr>
                        <a:t>✔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Stat card 1">
            <a:extLst>
              <a:ext uri="{FF2B5EF4-FFF2-40B4-BE49-F238E27FC236}">
                <a16:creationId xmlns:a16="http://schemas.microsoft.com/office/drawing/2014/main" id="{52C9CDD8-4403-2B9B-262C-AA9AC7D76CA4}"/>
              </a:ext>
            </a:extLst>
          </p:cNvPr>
          <p:cNvSpPr/>
          <p:nvPr/>
        </p:nvSpPr>
        <p:spPr>
          <a:xfrm>
            <a:off x="12934529" y="1600972"/>
            <a:ext cx="3953565" cy="1144544"/>
          </a:xfrm>
          <a:prstGeom prst="roundRect">
            <a:avLst>
              <a:gd name="adj" fmla="val 8000"/>
            </a:avLst>
          </a:prstGeom>
          <a:solidFill>
            <a:srgbClr val="F5FAFC"/>
          </a:solidFill>
          <a:ln w="19050">
            <a:solidFill>
              <a:srgbClr val="124E8C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3800" b="1" dirty="0">
                <a:solidFill>
                  <a:srgbClr val="124E8C"/>
                </a:solidFill>
                <a:latin typeface="Calibri"/>
                <a:ea typeface="Calibri"/>
                <a:cs typeface="Calibri"/>
              </a:rPr>
              <a:t>7 / 7</a:t>
            </a:r>
          </a:p>
          <a:p>
            <a:pPr algn="ctr"/>
            <a:r>
              <a:rPr lang="en-US" sz="1500" b="0" dirty="0">
                <a:solidFill>
                  <a:srgbClr val="21374B"/>
                </a:solidFill>
                <a:latin typeface="Calibri"/>
                <a:ea typeface="Calibri"/>
                <a:cs typeface="Calibri"/>
              </a:rPr>
              <a:t>test cases match expected output</a:t>
            </a:r>
          </a:p>
        </p:txBody>
      </p:sp>
      <p:sp>
        <p:nvSpPr>
          <p:cNvPr id="24" name="Stat card 2">
            <a:extLst>
              <a:ext uri="{FF2B5EF4-FFF2-40B4-BE49-F238E27FC236}">
                <a16:creationId xmlns:a16="http://schemas.microsoft.com/office/drawing/2014/main" id="{AD8BCC11-9D7A-519F-8704-5DAC5BB1977D}"/>
              </a:ext>
            </a:extLst>
          </p:cNvPr>
          <p:cNvSpPr/>
          <p:nvPr/>
        </p:nvSpPr>
        <p:spPr>
          <a:xfrm>
            <a:off x="12934529" y="2920740"/>
            <a:ext cx="3953565" cy="1144544"/>
          </a:xfrm>
          <a:prstGeom prst="roundRect">
            <a:avLst>
              <a:gd name="adj" fmla="val 8000"/>
            </a:avLst>
          </a:prstGeom>
          <a:solidFill>
            <a:srgbClr val="F5FAFC"/>
          </a:solidFill>
          <a:ln w="19050">
            <a:solidFill>
              <a:srgbClr val="124E8C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3800" b="1">
                <a:solidFill>
                  <a:srgbClr val="124E8C"/>
                </a:solidFill>
                <a:latin typeface="Calibri"/>
                <a:ea typeface="Calibri"/>
                <a:cs typeface="Calibri"/>
              </a:rPr>
              <a:t>4×4 → 16×16</a:t>
            </a:r>
          </a:p>
          <a:p>
            <a:pPr algn="ctr"/>
            <a:r>
              <a:rPr lang="en-US" sz="1500" b="0">
                <a:solidFill>
                  <a:srgbClr val="21374B"/>
                </a:solidFill>
                <a:latin typeface="Calibri"/>
                <a:ea typeface="Calibri"/>
                <a:cs typeface="Calibri"/>
              </a:rPr>
              <a:t>matrix size scaled up in three steps</a:t>
            </a:r>
          </a:p>
        </p:txBody>
      </p:sp>
      <p:sp>
        <p:nvSpPr>
          <p:cNvPr id="26" name="Stat card 3">
            <a:extLst>
              <a:ext uri="{FF2B5EF4-FFF2-40B4-BE49-F238E27FC236}">
                <a16:creationId xmlns:a16="http://schemas.microsoft.com/office/drawing/2014/main" id="{6AF64356-5F08-87D0-D47C-E08B2AD48B9A}"/>
              </a:ext>
            </a:extLst>
          </p:cNvPr>
          <p:cNvSpPr/>
          <p:nvPr/>
        </p:nvSpPr>
        <p:spPr>
          <a:xfrm>
            <a:off x="12934529" y="4240508"/>
            <a:ext cx="3953565" cy="1144544"/>
          </a:xfrm>
          <a:prstGeom prst="roundRect">
            <a:avLst>
              <a:gd name="adj" fmla="val 8000"/>
            </a:avLst>
          </a:prstGeom>
          <a:solidFill>
            <a:srgbClr val="F5FAFC"/>
          </a:solidFill>
          <a:ln w="19050">
            <a:solidFill>
              <a:srgbClr val="124E8C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3800" b="1">
                <a:solidFill>
                  <a:srgbClr val="124E8C"/>
                </a:solidFill>
                <a:latin typeface="Calibri"/>
                <a:ea typeface="Calibri"/>
                <a:cs typeface="Calibri"/>
              </a:rPr>
              <a:t>64,516</a:t>
            </a:r>
          </a:p>
          <a:p>
            <a:pPr algn="ctr"/>
            <a:r>
              <a:rPr lang="en-US" sz="1500" b="0">
                <a:solidFill>
                  <a:srgbClr val="21374B"/>
                </a:solidFill>
                <a:latin typeface="Calibri"/>
                <a:ea typeface="Calibri"/>
                <a:cs typeface="Calibri"/>
              </a:rPr>
              <a:t>max-value case fits the 20-bit accumulator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CE5037D-87EB-5795-998A-429C5F7B20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907" y="6210173"/>
            <a:ext cx="7778356" cy="25888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099D9F-9F48-E50D-A372-8CF5D34086ED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75000"/>
          </a:blip>
          <a:stretch>
            <a:fillRect/>
          </a:stretch>
        </p:blipFill>
        <p:spPr>
          <a:xfrm>
            <a:off x="286582" y="5461192"/>
            <a:ext cx="9618546" cy="408679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E2398A6-6DB7-952E-3220-927284434347}"/>
              </a:ext>
            </a:extLst>
          </p:cNvPr>
          <p:cNvCxnSpPr>
            <a:cxnSpLocks/>
          </p:cNvCxnSpPr>
          <p:nvPr/>
        </p:nvCxnSpPr>
        <p:spPr>
          <a:xfrm>
            <a:off x="2518348" y="8155909"/>
            <a:ext cx="0" cy="7792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855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64CAFA8-72B7-9830-92B4-43E8B7325B81}"/>
              </a:ext>
            </a:extLst>
          </p:cNvPr>
          <p:cNvSpPr>
            <a:spLocks noGrp="1"/>
          </p:cNvSpPr>
          <p:nvPr/>
        </p:nvSpPr>
        <p:spPr>
          <a:xfrm>
            <a:off x="5762625" y="7194636"/>
            <a:ext cx="6762750" cy="128016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  <a:buNone/>
            </a:pPr>
            <a:r>
              <a:rPr sz="72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</a:rPr>
              <a:t>Thank You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EEA7141-4E7C-1A11-A262-BE1C5763A9C5}"/>
              </a:ext>
            </a:extLst>
          </p:cNvPr>
          <p:cNvSpPr>
            <a:spLocks noGrp="1"/>
          </p:cNvSpPr>
          <p:nvPr/>
        </p:nvSpPr>
        <p:spPr>
          <a:xfrm>
            <a:off x="12494" y="0"/>
            <a:ext cx="2032411" cy="2032411"/>
          </a:xfrm>
          <a:custGeom>
            <a:avLst/>
            <a:gdLst/>
            <a:ahLst/>
            <a:cxnLst/>
            <a:rect l="l" t="t" r="r" b="b"/>
            <a:pathLst>
              <a:path w="2032411" h="2032411">
                <a:moveTo>
                  <a:pt x="0" y="0"/>
                </a:moveTo>
                <a:lnTo>
                  <a:pt x="2032412" y="0"/>
                </a:lnTo>
                <a:lnTo>
                  <a:pt x="2032412" y="2032411"/>
                </a:lnTo>
                <a:lnTo>
                  <a:pt x="0" y="20324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C0EE47A-4ED1-B4C5-C7EB-B430869564DA}"/>
              </a:ext>
            </a:extLst>
          </p:cNvPr>
          <p:cNvSpPr>
            <a:spLocks noGrp="1"/>
          </p:cNvSpPr>
          <p:nvPr/>
        </p:nvSpPr>
        <p:spPr>
          <a:xfrm flipH="1" flipV="1">
            <a:off x="16243094" y="8242094"/>
            <a:ext cx="2032411" cy="2032411"/>
          </a:xfrm>
          <a:custGeom>
            <a:avLst/>
            <a:gdLst/>
            <a:ahLst/>
            <a:cxnLst/>
            <a:rect l="l" t="t" r="r" b="b"/>
            <a:pathLst>
              <a:path w="2032411" h="2032411">
                <a:moveTo>
                  <a:pt x="2032412" y="2032412"/>
                </a:moveTo>
                <a:lnTo>
                  <a:pt x="0" y="2032412"/>
                </a:lnTo>
                <a:lnTo>
                  <a:pt x="0" y="0"/>
                </a:lnTo>
                <a:lnTo>
                  <a:pt x="2032412" y="0"/>
                </a:lnTo>
                <a:lnTo>
                  <a:pt x="2032412" y="203241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092CBFE-566C-A525-D226-4AC49270ED7F}"/>
              </a:ext>
            </a:extLst>
          </p:cNvPr>
          <p:cNvSpPr>
            <a:spLocks noGrp="1"/>
          </p:cNvSpPr>
          <p:nvPr/>
        </p:nvSpPr>
        <p:spPr>
          <a:xfrm>
            <a:off x="16707167" y="8545544"/>
            <a:ext cx="1494485" cy="1741456"/>
          </a:xfrm>
          <a:custGeom>
            <a:avLst/>
            <a:gdLst/>
            <a:ahLst/>
            <a:cxnLst/>
            <a:rect l="l" t="t" r="r" b="b"/>
            <a:pathLst>
              <a:path w="1494485" h="1741456">
                <a:moveTo>
                  <a:pt x="0" y="0"/>
                </a:moveTo>
                <a:lnTo>
                  <a:pt x="1494485" y="0"/>
                </a:lnTo>
                <a:lnTo>
                  <a:pt x="1494485" y="1741456"/>
                </a:lnTo>
                <a:lnTo>
                  <a:pt x="0" y="1741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4883894-534A-7841-0A09-6B3BF6704DD0}"/>
              </a:ext>
            </a:extLst>
          </p:cNvPr>
          <p:cNvSpPr>
            <a:spLocks noGrp="1"/>
          </p:cNvSpPr>
          <p:nvPr/>
        </p:nvSpPr>
        <p:spPr>
          <a:xfrm>
            <a:off x="12494" y="0"/>
            <a:ext cx="1494485" cy="1741456"/>
          </a:xfrm>
          <a:custGeom>
            <a:avLst/>
            <a:gdLst/>
            <a:ahLst/>
            <a:cxnLst/>
            <a:rect l="l" t="t" r="r" b="b"/>
            <a:pathLst>
              <a:path w="1494485" h="1741456">
                <a:moveTo>
                  <a:pt x="0" y="0"/>
                </a:moveTo>
                <a:lnTo>
                  <a:pt x="1494486" y="0"/>
                </a:lnTo>
                <a:lnTo>
                  <a:pt x="1494486" y="1741455"/>
                </a:lnTo>
                <a:lnTo>
                  <a:pt x="0" y="17414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3F4A327-2C64-8C85-7A1F-2D7AA2C42C2E}"/>
              </a:ext>
            </a:extLst>
          </p:cNvPr>
          <p:cNvSpPr>
            <a:spLocks noGrp="1"/>
          </p:cNvSpPr>
          <p:nvPr/>
        </p:nvSpPr>
        <p:spPr>
          <a:xfrm>
            <a:off x="14334435" y="182355"/>
            <a:ext cx="3953565" cy="1317031"/>
          </a:xfrm>
          <a:custGeom>
            <a:avLst/>
            <a:gdLst/>
            <a:ahLst/>
            <a:cxnLst/>
            <a:rect l="l" t="t" r="r" b="b"/>
            <a:pathLst>
              <a:path w="3953565" h="1317031">
                <a:moveTo>
                  <a:pt x="0" y="0"/>
                </a:moveTo>
                <a:lnTo>
                  <a:pt x="3953565" y="0"/>
                </a:lnTo>
                <a:lnTo>
                  <a:pt x="3953565" y="1317031"/>
                </a:lnTo>
                <a:lnTo>
                  <a:pt x="0" y="13170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D08BD63-D895-94E4-C6EE-025FC309F515}"/>
              </a:ext>
            </a:extLst>
          </p:cNvPr>
          <p:cNvSpPr>
            <a:spLocks noGrp="1"/>
          </p:cNvSpPr>
          <p:nvPr/>
        </p:nvSpPr>
        <p:spPr>
          <a:xfrm>
            <a:off x="1926918" y="27268"/>
            <a:ext cx="5700810" cy="11445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  <a:buNone/>
            </a:pPr>
            <a:r>
              <a:rPr sz="4500" b="1" dirty="0">
                <a:solidFill>
                  <a:srgbClr val="0E4D8C"/>
                </a:solidFill>
                <a:latin typeface="Source Sans 3 Bold"/>
                <a:ea typeface="Source Sans 3 Bold"/>
                <a:cs typeface="Source Sans 3 Bold"/>
              </a:rPr>
              <a:t>Team &amp; Track Details </a:t>
            </a:r>
          </a:p>
        </p:txBody>
      </p:sp>
      <p:sp>
        <p:nvSpPr>
          <p:cNvPr id="10" name="Project text 56">
            <a:extLst>
              <a:ext uri="{FF2B5EF4-FFF2-40B4-BE49-F238E27FC236}">
                <a16:creationId xmlns:a16="http://schemas.microsoft.com/office/drawing/2014/main" id="{F29B7C3C-C357-4BEA-8A8A-E58AE6B8A6CB}"/>
              </a:ext>
            </a:extLst>
          </p:cNvPr>
          <p:cNvSpPr>
            <a:spLocks noGrp="1"/>
          </p:cNvSpPr>
          <p:nvPr/>
        </p:nvSpPr>
        <p:spPr>
          <a:xfrm>
            <a:off x="2286000" y="4000500"/>
            <a:ext cx="13509523" cy="628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5850" b="1">
                <a:solidFill>
                  <a:srgbClr val="124E8C"/>
                </a:solidFill>
                <a:latin typeface="Calibri"/>
                <a:ea typeface="Calibri"/>
                <a:cs typeface="Calibri"/>
              </a:defRPr>
            </a:pPr>
            <a:endParaRPr sz="5850" b="1" dirty="0">
              <a:solidFill>
                <a:srgbClr val="124E8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Project text 57">
            <a:extLst>
              <a:ext uri="{FF2B5EF4-FFF2-40B4-BE49-F238E27FC236}">
                <a16:creationId xmlns:a16="http://schemas.microsoft.com/office/drawing/2014/main" id="{389D640A-4950-4236-B8DD-D19EC209312B}"/>
              </a:ext>
            </a:extLst>
          </p:cNvPr>
          <p:cNvSpPr>
            <a:spLocks noGrp="1"/>
          </p:cNvSpPr>
          <p:nvPr/>
        </p:nvSpPr>
        <p:spPr>
          <a:xfrm>
            <a:off x="4156636" y="2013884"/>
            <a:ext cx="11243087" cy="80305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600" b="1">
                <a:solidFill>
                  <a:srgbClr val="124E8C"/>
                </a:solidFill>
                <a:latin typeface="Calibri"/>
                <a:ea typeface="Calibri"/>
                <a:cs typeface="Calibri"/>
              </a:defRPr>
            </a:pPr>
            <a:r>
              <a:rPr sz="4400" b="1" dirty="0">
                <a:solidFill>
                  <a:srgbClr val="124E8C"/>
                </a:solidFill>
                <a:latin typeface="Calibri"/>
                <a:ea typeface="Calibri"/>
                <a:cs typeface="Calibri"/>
              </a:rPr>
              <a:t>Adaptive 2D Systolic Array Matrix Accelerator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062DEB-8EDC-3FC7-63F5-C3E9F8083660}"/>
              </a:ext>
            </a:extLst>
          </p:cNvPr>
          <p:cNvSpPr txBox="1"/>
          <p:nvPr/>
        </p:nvSpPr>
        <p:spPr>
          <a:xfrm>
            <a:off x="4350774" y="3253674"/>
            <a:ext cx="1085481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ADARSH SWARUP MAHARANA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      #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REGD NO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-2301109373</a:t>
            </a:r>
            <a:endParaRPr lang="en-IN" sz="28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ARPITA MISHRA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       #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REGD NO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-2301109371</a:t>
            </a:r>
            <a:endParaRPr lang="en-IN" sz="28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ASHISHAYAN PATTANYAK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      #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REGD NO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-2301109373</a:t>
            </a:r>
            <a:endParaRPr lang="en-IN" sz="28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GHULAM QADIR     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REGD NO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-2301109391</a:t>
            </a:r>
            <a:endParaRPr lang="en-IN" sz="28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SRIKANTA BEHERA    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REGD NO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-2301109427</a:t>
            </a:r>
            <a:endParaRPr lang="en-IN" sz="28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br>
              <a:rPr lang="en-IN" sz="2800" dirty="0"/>
            </a:br>
            <a:endParaRPr lang="en-IN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3DCD2B-18F2-317A-90A5-058A414ED547}"/>
              </a:ext>
            </a:extLst>
          </p:cNvPr>
          <p:cNvSpPr txBox="1"/>
          <p:nvPr/>
        </p:nvSpPr>
        <p:spPr>
          <a:xfrm>
            <a:off x="3451123" y="5994307"/>
            <a:ext cx="13182191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5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</a:t>
            </a:r>
            <a:r>
              <a:rPr lang="en-IN" sz="35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-1 : FPGA  </a:t>
            </a:r>
            <a:r>
              <a:rPr lang="en-IN" sz="35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35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IN" sz="35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PYNQ-Z2 / Zynq-7000 XC7Z020</a:t>
            </a:r>
          </a:p>
          <a:p>
            <a:pPr algn="ctr"/>
            <a:r>
              <a:rPr lang="en-US" sz="3600" dirty="0">
                <a:solidFill>
                  <a:srgbClr val="21374B"/>
                </a:solidFill>
                <a:ea typeface="Calibri"/>
                <a:cs typeface="Calibri"/>
              </a:rPr>
              <a:t>Processors - Problem #5: 2D Systolic Array-Based Processing Element</a:t>
            </a:r>
          </a:p>
          <a:p>
            <a:endParaRPr lang="en-IN" sz="35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180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2124</Words>
  <Application>Microsoft Office PowerPoint</Application>
  <DocSecurity>0</DocSecurity>
  <PresentationFormat>Custom</PresentationFormat>
  <Paragraphs>203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Times New Roman</vt:lpstr>
      <vt:lpstr>Source Sans 3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Adarsh swarup maharana</cp:lastModifiedBy>
  <cp:revision>3</cp:revision>
  <dcterms:created xsi:type="dcterms:W3CDTF">2026-10-05T23:51:54Z</dcterms:created>
  <dcterms:modified xsi:type="dcterms:W3CDTF">2026-10-06T10:06:38Z</dcterms:modified>
</cp:coreProperties>
</file>